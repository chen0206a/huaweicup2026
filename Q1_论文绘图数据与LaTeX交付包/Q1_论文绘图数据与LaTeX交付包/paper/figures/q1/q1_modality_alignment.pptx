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64" autoAdjust="0"/>
  </p:normalViewPr>
  <p:slideViewPr>
    <p:cSldViewPr snapToGrid="0">
      <p:cViewPr varScale="1">
        <p:scale>
          <a:sx n="148" d="100"/>
          <a:sy n="148" d="100"/>
        </p:scale>
        <p:origin x="1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51ED3-414F-4AFE-B199-01B654D93A2B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86D9E-7142-47B9-85BE-F57FEE9997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91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86D9E-7142-47B9-85BE-F57FEE99976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6635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8A39E-B6EF-2A7F-7978-93DAE7A0D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6ED6CA-2043-88D6-A504-6EBA02DEA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BB0440-3683-5731-D714-5913D792C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B9E0-85F1-470A-81F4-E41F0601FD6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4455B8-0646-070D-3E1D-44D993EC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29AA3C-C605-7296-8AA8-0DBE73EA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9967-5F5E-4E3C-B31D-23188904A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561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770936-A987-3C5C-F614-3624F200A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C57717-080B-1F26-618B-83EF34D7D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701433-BECC-8C52-E834-8FE3B23B9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B9E0-85F1-470A-81F4-E41F0601FD6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F8BEA0-C976-7C14-7333-BEA20BC54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B948D6-4C1B-CEE4-1213-9D147984E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9967-5F5E-4E3C-B31D-23188904A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67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FA2393-E162-9011-6DD0-E06D2A027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60E027-393E-730F-5A6A-B15FE2730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026D4-C185-A25E-07A5-1A77AA353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B9E0-85F1-470A-81F4-E41F0601FD6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C804C3-530E-39CB-3C92-D2053AC3E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B6BCC0-64B7-6AEB-D23C-A1B68947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9967-5F5E-4E3C-B31D-23188904A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207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29BC8-7CAF-E633-A6BF-3B7F13E7D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92DD08-A027-FF88-C016-511098DD6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CF721D-ABB1-6CE6-789E-F3226EA39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6E0F7E-3358-C75A-92AC-4949C9F4C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B9E0-85F1-470A-81F4-E41F0601FD6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3D8288-1E5C-7B14-250B-621C5441B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A9622-D34A-F3EB-B2AB-3EFAC70A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9967-5F5E-4E3C-B31D-23188904A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743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2A37DE-E03E-C740-C435-E89273DC2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A248B1-8C6A-CDB0-8EC4-01D94D36A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C515C1-EFD7-F9A9-56E0-E4B45E13D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1005AD-92B0-48EE-AD8F-7A87F12177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3B7937F-575A-2C05-1BFE-C2FD765AC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C5BCB7E-109E-BF7E-DDEA-4CE38DE4F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B9E0-85F1-470A-81F4-E41F0601FD6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CB31608-A323-C70B-8B93-1062DF1C8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12F0B1-5217-9FCB-1368-283E80A69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9967-5F5E-4E3C-B31D-23188904A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987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07BA4-1554-276C-C50A-454A617C1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106529-F8E7-0DE0-2A61-FC5B4D4FD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B9E0-85F1-470A-81F4-E41F0601FD6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A35CE0-4562-669E-634A-B3D0DE515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65F919-E3AB-4F8A-A577-4BD17874E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9967-5F5E-4E3C-B31D-23188904A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184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8F26FF-885E-2ECA-BC74-09FB9FE54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B9E0-85F1-470A-81F4-E41F0601FD6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565DF5-CDB5-CEC3-D346-AC0DFC03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B3D5CA-870F-DFE2-4C0D-1FD06D20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9967-5F5E-4E3C-B31D-23188904A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02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7274D-CC9E-D2E6-1DE8-6DCB1D72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0C8FE9-4DA5-607F-A982-D33DA8770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7D9B3B-AD96-E3F6-D8D2-B9F33BF60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F9FFA2-1884-203C-D3A7-4946FCD54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B9E0-85F1-470A-81F4-E41F0601FD6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9B4E69-A221-4A27-E223-E79EF55EE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323ED5-ABF8-C967-997E-D9F8DBF8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9967-5F5E-4E3C-B31D-23188904A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668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562CB-01D1-F3F9-1E7E-9A50A2D0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E39A52-00AA-D73E-1770-F340D4B76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76B961-F4E8-DA43-FFD8-EF86F8AC1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BCA841-878F-AD55-0EC5-6FE9778CB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B9E0-85F1-470A-81F4-E41F0601FD6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B5E520-39C4-AE82-A608-E6A66617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918CBC-CA89-C617-25DA-C6AD88950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9967-5F5E-4E3C-B31D-23188904A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470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7FFF4A-6CFC-597E-47D1-0D18CF576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5DA8C2-AF10-E8C4-157B-DD49D0377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9A047C-9072-44B3-59C0-B94B2C2F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B9E0-85F1-470A-81F4-E41F0601FD6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50592B-E0EE-C3B8-A9A4-33F429E5F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4E2A30-09C2-A0B9-A75B-E41FC0A46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9967-5F5E-4E3C-B31D-23188904A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259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BC3794-BE3B-2D66-5877-280DC1D2FE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A3818E-96DE-81E2-CE55-F9E63258B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A9AF94-3C0B-9842-20E7-8CAD8679A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B9E0-85F1-470A-81F4-E41F0601FD6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F31982-DAF0-A9D8-4D9E-11BBD5629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97D045-6DD9-80FA-BBBE-C67815A1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9967-5F5E-4E3C-B31D-23188904A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95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C94D31-4502-4C3D-DBC0-B38CF5594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3CA737-2E6B-18E8-658E-4C46303AD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D2C2E8-214F-119C-1A13-B9C6DCFD82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EB9E0-85F1-470A-81F4-E41F0601FD6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6FFCE4-8DA3-A60B-8A08-BEC5904FA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A8988A-AA7A-DE85-B8B2-D2FCE82EF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B9967-5F5E-4E3C-B31D-23188904A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729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jpeg"/><Relationship Id="rId6" Type="http://schemas.openxmlformats.org/officeDocument/2006/relationships/image" Target="../media/image4.jpe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2363EBF-5F36-7BFE-F4A8-BCA1543469A4}"/>
              </a:ext>
            </a:extLst>
          </p:cNvPr>
          <p:cNvSpPr/>
          <p:nvPr/>
        </p:nvSpPr>
        <p:spPr>
          <a:xfrm>
            <a:off x="1622445" y="0"/>
            <a:ext cx="8947110" cy="6858000"/>
          </a:xfrm>
          <a:prstGeom prst="rect">
            <a:avLst/>
          </a:prstGeom>
          <a:solidFill>
            <a:srgbClr val="FFFFFF"/>
          </a:solidFill>
          <a:ln w="6215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772576-C79F-01EB-6927-AB2E5BEBD686}"/>
              </a:ext>
            </a:extLst>
          </p:cNvPr>
          <p:cNvSpPr txBox="1"/>
          <p:nvPr/>
        </p:nvSpPr>
        <p:spPr>
          <a:xfrm>
            <a:off x="1576123" y="391737"/>
            <a:ext cx="742462" cy="239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 dirty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视觉关键帧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C007C8F-737A-9523-3CEA-5A2D6CFFF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880" y="174092"/>
            <a:ext cx="1131601" cy="634194"/>
          </a:xfrm>
          <a:custGeom>
            <a:avLst/>
            <a:gdLst>
              <a:gd name="csX0" fmla="*/ 0 w 1131601"/>
              <a:gd name="csY0" fmla="*/ 0 h 634194"/>
              <a:gd name="csX1" fmla="*/ 1131601 w 1131601"/>
              <a:gd name="csY1" fmla="*/ 0 h 634194"/>
              <a:gd name="csX2" fmla="*/ 1131601 w 1131601"/>
              <a:gd name="csY2" fmla="*/ 634194 h 634194"/>
              <a:gd name="csX3" fmla="*/ 0 w 1131601"/>
              <a:gd name="csY3" fmla="*/ 634194 h 6341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1601" h="634194">
                <a:moveTo>
                  <a:pt x="0" y="0"/>
                </a:moveTo>
                <a:lnTo>
                  <a:pt x="1131601" y="0"/>
                </a:lnTo>
                <a:lnTo>
                  <a:pt x="1131601" y="634194"/>
                </a:lnTo>
                <a:lnTo>
                  <a:pt x="0" y="634194"/>
                </a:lnTo>
                <a:close/>
              </a:path>
            </a:pathLst>
          </a:cu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7F0DDE50-3D29-D88A-F33C-EDC659829CB5}"/>
              </a:ext>
            </a:extLst>
          </p:cNvPr>
          <p:cNvSpPr/>
          <p:nvPr/>
        </p:nvSpPr>
        <p:spPr>
          <a:xfrm>
            <a:off x="2617912" y="174092"/>
            <a:ext cx="1131601" cy="634194"/>
          </a:xfrm>
          <a:prstGeom prst="rect">
            <a:avLst/>
          </a:prstGeom>
          <a:noFill/>
          <a:ln w="7458" cap="flat">
            <a:solidFill>
              <a:srgbClr val="D5DADE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FB37561B-9831-9524-1172-6D8A3D4F7613}"/>
              </a:ext>
            </a:extLst>
          </p:cNvPr>
          <p:cNvSpPr/>
          <p:nvPr/>
        </p:nvSpPr>
        <p:spPr>
          <a:xfrm>
            <a:off x="3183681" y="814504"/>
            <a:ext cx="6217" cy="348184"/>
          </a:xfrm>
          <a:custGeom>
            <a:avLst/>
            <a:gdLst>
              <a:gd name="csX0" fmla="*/ 0 w 6217"/>
              <a:gd name="csY0" fmla="*/ 0 h 348184"/>
              <a:gd name="csX1" fmla="*/ 0 w 6217"/>
              <a:gd name="csY1" fmla="*/ 348185 h 348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348184">
                <a:moveTo>
                  <a:pt x="0" y="0"/>
                </a:moveTo>
                <a:lnTo>
                  <a:pt x="0" y="348185"/>
                </a:lnTo>
              </a:path>
            </a:pathLst>
          </a:custGeom>
          <a:ln w="9323" cap="flat">
            <a:solidFill>
              <a:srgbClr val="4C4C82"/>
            </a:solidFill>
            <a:prstDash val="solid"/>
            <a:miter/>
          </a:ln>
        </p:spPr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37D5BFEE-7C19-6312-1367-200790958E9F}"/>
              </a:ext>
            </a:extLst>
          </p:cNvPr>
          <p:cNvSpPr/>
          <p:nvPr/>
        </p:nvSpPr>
        <p:spPr>
          <a:xfrm>
            <a:off x="3146376" y="1144036"/>
            <a:ext cx="74611" cy="74611"/>
          </a:xfrm>
          <a:custGeom>
            <a:avLst/>
            <a:gdLst>
              <a:gd name="csX0" fmla="*/ 0 w 74611"/>
              <a:gd name="csY0" fmla="*/ 0 h 74611"/>
              <a:gd name="csX1" fmla="*/ 74611 w 74611"/>
              <a:gd name="csY1" fmla="*/ 0 h 74611"/>
              <a:gd name="csX2" fmla="*/ 37306 w 74611"/>
              <a:gd name="csY2" fmla="*/ 74611 h 746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611" h="74611">
                <a:moveTo>
                  <a:pt x="0" y="0"/>
                </a:moveTo>
                <a:lnTo>
                  <a:pt x="74611" y="0"/>
                </a:lnTo>
                <a:lnTo>
                  <a:pt x="37306" y="74611"/>
                </a:lnTo>
                <a:close/>
              </a:path>
            </a:pathLst>
          </a:custGeom>
          <a:solidFill>
            <a:srgbClr val="4C4C82"/>
          </a:solidFill>
          <a:ln w="6215" cap="flat">
            <a:noFill/>
            <a:prstDash val="solid"/>
            <a:miter/>
          </a:ln>
        </p:spPr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9A5DC6B-56E9-6735-3882-545DDA487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934" y="174092"/>
            <a:ext cx="1131601" cy="634194"/>
          </a:xfrm>
          <a:custGeom>
            <a:avLst/>
            <a:gdLst>
              <a:gd name="csX0" fmla="*/ 0 w 1131601"/>
              <a:gd name="csY0" fmla="*/ 0 h 634194"/>
              <a:gd name="csX1" fmla="*/ 1131601 w 1131601"/>
              <a:gd name="csY1" fmla="*/ 0 h 634194"/>
              <a:gd name="csX2" fmla="*/ 1131601 w 1131601"/>
              <a:gd name="csY2" fmla="*/ 634194 h 634194"/>
              <a:gd name="csX3" fmla="*/ 0 w 1131601"/>
              <a:gd name="csY3" fmla="*/ 634194 h 6341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1601" h="634194">
                <a:moveTo>
                  <a:pt x="0" y="0"/>
                </a:moveTo>
                <a:lnTo>
                  <a:pt x="1131601" y="0"/>
                </a:lnTo>
                <a:lnTo>
                  <a:pt x="1131601" y="634194"/>
                </a:lnTo>
                <a:lnTo>
                  <a:pt x="0" y="634194"/>
                </a:lnTo>
                <a:close/>
              </a:path>
            </a:pathLst>
          </a:cu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B9C97C5-A0A8-96F9-A1EE-E830F8D50179}"/>
              </a:ext>
            </a:extLst>
          </p:cNvPr>
          <p:cNvSpPr/>
          <p:nvPr/>
        </p:nvSpPr>
        <p:spPr>
          <a:xfrm>
            <a:off x="4453741" y="174092"/>
            <a:ext cx="1131601" cy="634194"/>
          </a:xfrm>
          <a:prstGeom prst="rect">
            <a:avLst/>
          </a:prstGeom>
          <a:noFill/>
          <a:ln w="7458" cap="flat">
            <a:solidFill>
              <a:srgbClr val="D5DADE"/>
            </a:solidFill>
            <a:prstDash val="solid"/>
            <a:miter/>
          </a:ln>
        </p:spPr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159EBD00-F037-CC70-F707-CD29DA38792A}"/>
              </a:ext>
            </a:extLst>
          </p:cNvPr>
          <p:cNvSpPr/>
          <p:nvPr/>
        </p:nvSpPr>
        <p:spPr>
          <a:xfrm>
            <a:off x="5019735" y="814504"/>
            <a:ext cx="6217" cy="348184"/>
          </a:xfrm>
          <a:custGeom>
            <a:avLst/>
            <a:gdLst>
              <a:gd name="csX0" fmla="*/ 0 w 6217"/>
              <a:gd name="csY0" fmla="*/ 0 h 348184"/>
              <a:gd name="csX1" fmla="*/ 0 w 6217"/>
              <a:gd name="csY1" fmla="*/ 348185 h 348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348184">
                <a:moveTo>
                  <a:pt x="0" y="0"/>
                </a:moveTo>
                <a:lnTo>
                  <a:pt x="0" y="348185"/>
                </a:lnTo>
              </a:path>
            </a:pathLst>
          </a:custGeom>
          <a:ln w="9323" cap="flat">
            <a:solidFill>
              <a:srgbClr val="4C4C82"/>
            </a:solidFill>
            <a:prstDash val="solid"/>
            <a:miter/>
          </a:ln>
        </p:spPr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C4B32F77-30F1-0E98-4D19-45C65B4F2937}"/>
              </a:ext>
            </a:extLst>
          </p:cNvPr>
          <p:cNvSpPr/>
          <p:nvPr/>
        </p:nvSpPr>
        <p:spPr>
          <a:xfrm>
            <a:off x="4982430" y="1144036"/>
            <a:ext cx="74611" cy="74611"/>
          </a:xfrm>
          <a:custGeom>
            <a:avLst/>
            <a:gdLst>
              <a:gd name="csX0" fmla="*/ 0 w 74611"/>
              <a:gd name="csY0" fmla="*/ 0 h 74611"/>
              <a:gd name="csX1" fmla="*/ 74611 w 74611"/>
              <a:gd name="csY1" fmla="*/ 0 h 74611"/>
              <a:gd name="csX2" fmla="*/ 37306 w 74611"/>
              <a:gd name="csY2" fmla="*/ 74611 h 746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611" h="74611">
                <a:moveTo>
                  <a:pt x="0" y="0"/>
                </a:moveTo>
                <a:lnTo>
                  <a:pt x="74611" y="0"/>
                </a:lnTo>
                <a:lnTo>
                  <a:pt x="37306" y="74611"/>
                </a:lnTo>
                <a:close/>
              </a:path>
            </a:pathLst>
          </a:custGeom>
          <a:solidFill>
            <a:srgbClr val="4C4C82"/>
          </a:solidFill>
          <a:ln w="6215" cap="flat">
            <a:noFill/>
            <a:prstDash val="solid"/>
            <a:miter/>
          </a:ln>
        </p:spPr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FD7CAED-3C9E-E42A-4460-C8BC84EB8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360" y="174092"/>
            <a:ext cx="1131601" cy="634194"/>
          </a:xfrm>
          <a:custGeom>
            <a:avLst/>
            <a:gdLst>
              <a:gd name="csX0" fmla="*/ 0 w 1131601"/>
              <a:gd name="csY0" fmla="*/ 0 h 634194"/>
              <a:gd name="csX1" fmla="*/ 1131601 w 1131601"/>
              <a:gd name="csY1" fmla="*/ 0 h 634194"/>
              <a:gd name="csX2" fmla="*/ 1131601 w 1131601"/>
              <a:gd name="csY2" fmla="*/ 634194 h 634194"/>
              <a:gd name="csX3" fmla="*/ 0 w 1131601"/>
              <a:gd name="csY3" fmla="*/ 634194 h 6341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1601" h="634194">
                <a:moveTo>
                  <a:pt x="0" y="0"/>
                </a:moveTo>
                <a:lnTo>
                  <a:pt x="1131601" y="0"/>
                </a:lnTo>
                <a:lnTo>
                  <a:pt x="1131601" y="634194"/>
                </a:lnTo>
                <a:lnTo>
                  <a:pt x="0" y="634194"/>
                </a:lnTo>
                <a:close/>
              </a:path>
            </a:pathLst>
          </a:cu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61BF2FA9-BBB6-9638-ADB5-987635E7E088}"/>
              </a:ext>
            </a:extLst>
          </p:cNvPr>
          <p:cNvSpPr/>
          <p:nvPr/>
        </p:nvSpPr>
        <p:spPr>
          <a:xfrm>
            <a:off x="6626360" y="174092"/>
            <a:ext cx="1131601" cy="634194"/>
          </a:xfrm>
          <a:prstGeom prst="rect">
            <a:avLst/>
          </a:prstGeom>
          <a:noFill/>
          <a:ln w="7458" cap="flat">
            <a:solidFill>
              <a:srgbClr val="D5DADE"/>
            </a:solidFill>
            <a:prstDash val="solid"/>
            <a:miter/>
          </a:ln>
        </p:spPr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96B5ED11-FE5A-E20A-B2E9-31410AEA6ACA}"/>
              </a:ext>
            </a:extLst>
          </p:cNvPr>
          <p:cNvSpPr/>
          <p:nvPr/>
        </p:nvSpPr>
        <p:spPr>
          <a:xfrm>
            <a:off x="7192160" y="814504"/>
            <a:ext cx="6217" cy="348184"/>
          </a:xfrm>
          <a:custGeom>
            <a:avLst/>
            <a:gdLst>
              <a:gd name="csX0" fmla="*/ 0 w 6217"/>
              <a:gd name="csY0" fmla="*/ 0 h 348184"/>
              <a:gd name="csX1" fmla="*/ 0 w 6217"/>
              <a:gd name="csY1" fmla="*/ 348185 h 348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348184">
                <a:moveTo>
                  <a:pt x="0" y="0"/>
                </a:moveTo>
                <a:lnTo>
                  <a:pt x="0" y="348185"/>
                </a:lnTo>
              </a:path>
            </a:pathLst>
          </a:custGeom>
          <a:ln w="9323" cap="flat">
            <a:solidFill>
              <a:srgbClr val="4C4C82"/>
            </a:solidFill>
            <a:prstDash val="solid"/>
            <a:miter/>
          </a:ln>
        </p:spPr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C9378AB-50E2-6327-F402-BD0EE1F146E2}"/>
              </a:ext>
            </a:extLst>
          </p:cNvPr>
          <p:cNvSpPr/>
          <p:nvPr/>
        </p:nvSpPr>
        <p:spPr>
          <a:xfrm>
            <a:off x="7154855" y="1144036"/>
            <a:ext cx="74611" cy="74611"/>
          </a:xfrm>
          <a:custGeom>
            <a:avLst/>
            <a:gdLst>
              <a:gd name="csX0" fmla="*/ 0 w 74611"/>
              <a:gd name="csY0" fmla="*/ 0 h 74611"/>
              <a:gd name="csX1" fmla="*/ 74611 w 74611"/>
              <a:gd name="csY1" fmla="*/ 0 h 74611"/>
              <a:gd name="csX2" fmla="*/ 37306 w 74611"/>
              <a:gd name="csY2" fmla="*/ 74611 h 746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611" h="74611">
                <a:moveTo>
                  <a:pt x="0" y="0"/>
                </a:moveTo>
                <a:lnTo>
                  <a:pt x="74611" y="0"/>
                </a:lnTo>
                <a:lnTo>
                  <a:pt x="37306" y="74611"/>
                </a:lnTo>
                <a:close/>
              </a:path>
            </a:pathLst>
          </a:custGeom>
          <a:solidFill>
            <a:srgbClr val="4C4C82"/>
          </a:solidFill>
          <a:ln w="6215" cap="flat">
            <a:noFill/>
            <a:prstDash val="solid"/>
            <a:miter/>
          </a:ln>
        </p:spPr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1DE574D-E128-F149-32B3-3CEACC9CA8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3915" y="174092"/>
            <a:ext cx="1131601" cy="634194"/>
          </a:xfrm>
          <a:custGeom>
            <a:avLst/>
            <a:gdLst>
              <a:gd name="csX0" fmla="*/ 0 w 1131601"/>
              <a:gd name="csY0" fmla="*/ 0 h 634194"/>
              <a:gd name="csX1" fmla="*/ 1131601 w 1131601"/>
              <a:gd name="csY1" fmla="*/ 0 h 634194"/>
              <a:gd name="csX2" fmla="*/ 1131601 w 1131601"/>
              <a:gd name="csY2" fmla="*/ 634194 h 634194"/>
              <a:gd name="csX3" fmla="*/ 0 w 1131601"/>
              <a:gd name="csY3" fmla="*/ 634194 h 6341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1601" h="634194">
                <a:moveTo>
                  <a:pt x="0" y="0"/>
                </a:moveTo>
                <a:lnTo>
                  <a:pt x="1131601" y="0"/>
                </a:lnTo>
                <a:lnTo>
                  <a:pt x="1131601" y="634194"/>
                </a:lnTo>
                <a:lnTo>
                  <a:pt x="0" y="634194"/>
                </a:lnTo>
                <a:close/>
              </a:path>
            </a:pathLst>
          </a:cu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6C7F7F96-F43A-167E-C5BE-BF0B578B4549}"/>
              </a:ext>
            </a:extLst>
          </p:cNvPr>
          <p:cNvSpPr/>
          <p:nvPr/>
        </p:nvSpPr>
        <p:spPr>
          <a:xfrm>
            <a:off x="8653697" y="174092"/>
            <a:ext cx="1131601" cy="634194"/>
          </a:xfrm>
          <a:prstGeom prst="rect">
            <a:avLst/>
          </a:prstGeom>
          <a:noFill/>
          <a:ln w="7458" cap="flat">
            <a:solidFill>
              <a:srgbClr val="D5DADE"/>
            </a:solidFill>
            <a:prstDash val="solid"/>
            <a:miter/>
          </a:ln>
        </p:spPr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14DFBED1-95EF-A4D8-EFAD-E6DD85FD898B}"/>
              </a:ext>
            </a:extLst>
          </p:cNvPr>
          <p:cNvSpPr/>
          <p:nvPr/>
        </p:nvSpPr>
        <p:spPr>
          <a:xfrm>
            <a:off x="9219716" y="814504"/>
            <a:ext cx="6217" cy="348184"/>
          </a:xfrm>
          <a:custGeom>
            <a:avLst/>
            <a:gdLst>
              <a:gd name="csX0" fmla="*/ 0 w 6217"/>
              <a:gd name="csY0" fmla="*/ 0 h 348184"/>
              <a:gd name="csX1" fmla="*/ 0 w 6217"/>
              <a:gd name="csY1" fmla="*/ 348185 h 348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348184">
                <a:moveTo>
                  <a:pt x="0" y="0"/>
                </a:moveTo>
                <a:lnTo>
                  <a:pt x="0" y="348185"/>
                </a:lnTo>
              </a:path>
            </a:pathLst>
          </a:custGeom>
          <a:ln w="9323" cap="flat">
            <a:solidFill>
              <a:srgbClr val="4C4C82"/>
            </a:solidFill>
            <a:prstDash val="solid"/>
            <a:miter/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D6356E31-EC60-E956-4C3B-9E2C1A8D5798}"/>
              </a:ext>
            </a:extLst>
          </p:cNvPr>
          <p:cNvSpPr/>
          <p:nvPr/>
        </p:nvSpPr>
        <p:spPr>
          <a:xfrm>
            <a:off x="9182411" y="1144036"/>
            <a:ext cx="74611" cy="74611"/>
          </a:xfrm>
          <a:custGeom>
            <a:avLst/>
            <a:gdLst>
              <a:gd name="csX0" fmla="*/ 0 w 74611"/>
              <a:gd name="csY0" fmla="*/ 0 h 74611"/>
              <a:gd name="csX1" fmla="*/ 74611 w 74611"/>
              <a:gd name="csY1" fmla="*/ 0 h 74611"/>
              <a:gd name="csX2" fmla="*/ 37306 w 74611"/>
              <a:gd name="csY2" fmla="*/ 74611 h 746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611" h="74611">
                <a:moveTo>
                  <a:pt x="0" y="0"/>
                </a:moveTo>
                <a:lnTo>
                  <a:pt x="74611" y="0"/>
                </a:lnTo>
                <a:lnTo>
                  <a:pt x="37306" y="74611"/>
                </a:lnTo>
                <a:close/>
              </a:path>
            </a:pathLst>
          </a:custGeom>
          <a:solidFill>
            <a:srgbClr val="4C4C82"/>
          </a:solidFill>
          <a:ln w="6215" cap="flat">
            <a:noFill/>
            <a:prstDash val="solid"/>
            <a:miter/>
          </a:ln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A2F29FB6-096B-6F04-8BA9-C647C73299D4}"/>
              </a:ext>
            </a:extLst>
          </p:cNvPr>
          <p:cNvSpPr/>
          <p:nvPr/>
        </p:nvSpPr>
        <p:spPr>
          <a:xfrm>
            <a:off x="2853527" y="1212429"/>
            <a:ext cx="7231055" cy="6217"/>
          </a:xfrm>
          <a:custGeom>
            <a:avLst/>
            <a:gdLst>
              <a:gd name="csX0" fmla="*/ 0 w 7231055"/>
              <a:gd name="csY0" fmla="*/ 0 h 6217"/>
              <a:gd name="csX1" fmla="*/ 7231056 w 7231055"/>
              <a:gd name="csY1" fmla="*/ 0 h 62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31055" h="6217">
                <a:moveTo>
                  <a:pt x="0" y="0"/>
                </a:moveTo>
                <a:lnTo>
                  <a:pt x="7231056" y="0"/>
                </a:lnTo>
              </a:path>
            </a:pathLst>
          </a:custGeom>
          <a:ln w="9323" cap="flat">
            <a:solidFill>
              <a:srgbClr val="D5DADE"/>
            </a:solidFill>
            <a:prstDash val="solid"/>
            <a:miter/>
          </a:ln>
        </p:spPr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7254A05D-FEAB-49CB-7377-47389154CA3F}"/>
              </a:ext>
            </a:extLst>
          </p:cNvPr>
          <p:cNvSpPr/>
          <p:nvPr/>
        </p:nvSpPr>
        <p:spPr>
          <a:xfrm>
            <a:off x="2853527" y="1175124"/>
            <a:ext cx="6217" cy="55958"/>
          </a:xfrm>
          <a:custGeom>
            <a:avLst/>
            <a:gdLst>
              <a:gd name="csX0" fmla="*/ 0 w 6217"/>
              <a:gd name="csY0" fmla="*/ 0 h 55958"/>
              <a:gd name="csX1" fmla="*/ 0 w 6217"/>
              <a:gd name="csY1" fmla="*/ 55958 h 55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55958">
                <a:moveTo>
                  <a:pt x="0" y="0"/>
                </a:moveTo>
                <a:lnTo>
                  <a:pt x="0" y="55958"/>
                </a:lnTo>
              </a:path>
            </a:pathLst>
          </a:custGeom>
          <a:ln w="6215" cap="flat">
            <a:solidFill>
              <a:srgbClr val="737B84"/>
            </a:solidFill>
            <a:prstDash val="solid"/>
            <a:miter/>
          </a:ln>
        </p:spPr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5FF7A33-FD7E-A6E4-3079-92278B5A5E34}"/>
              </a:ext>
            </a:extLst>
          </p:cNvPr>
          <p:cNvSpPr txBox="1"/>
          <p:nvPr/>
        </p:nvSpPr>
        <p:spPr>
          <a:xfrm>
            <a:off x="2695175" y="974401"/>
            <a:ext cx="316703" cy="222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0 s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5506853E-06B1-7FD7-51C7-0614016677F8}"/>
              </a:ext>
            </a:extLst>
          </p:cNvPr>
          <p:cNvSpPr/>
          <p:nvPr/>
        </p:nvSpPr>
        <p:spPr>
          <a:xfrm>
            <a:off x="3513835" y="1175124"/>
            <a:ext cx="6217" cy="55958"/>
          </a:xfrm>
          <a:custGeom>
            <a:avLst/>
            <a:gdLst>
              <a:gd name="csX0" fmla="*/ 0 w 6217"/>
              <a:gd name="csY0" fmla="*/ 0 h 55958"/>
              <a:gd name="csX1" fmla="*/ 0 w 6217"/>
              <a:gd name="csY1" fmla="*/ 55958 h 55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55958">
                <a:moveTo>
                  <a:pt x="0" y="0"/>
                </a:moveTo>
                <a:lnTo>
                  <a:pt x="0" y="55958"/>
                </a:lnTo>
              </a:path>
            </a:pathLst>
          </a:custGeom>
          <a:ln w="6215" cap="flat">
            <a:solidFill>
              <a:srgbClr val="737B84"/>
            </a:solidFill>
            <a:prstDash val="solid"/>
            <a:miter/>
          </a:ln>
        </p:spPr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147E372-7241-990F-2A02-FE1438DA6A3A}"/>
              </a:ext>
            </a:extLst>
          </p:cNvPr>
          <p:cNvSpPr txBox="1"/>
          <p:nvPr/>
        </p:nvSpPr>
        <p:spPr>
          <a:xfrm>
            <a:off x="3355546" y="974401"/>
            <a:ext cx="316703" cy="222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1 s</a:t>
            </a:r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157DF8E2-963D-32C7-79A6-A250B7ABDC9E}"/>
              </a:ext>
            </a:extLst>
          </p:cNvPr>
          <p:cNvSpPr/>
          <p:nvPr/>
        </p:nvSpPr>
        <p:spPr>
          <a:xfrm>
            <a:off x="4174143" y="1175124"/>
            <a:ext cx="6217" cy="55958"/>
          </a:xfrm>
          <a:custGeom>
            <a:avLst/>
            <a:gdLst>
              <a:gd name="csX0" fmla="*/ 0 w 6217"/>
              <a:gd name="csY0" fmla="*/ 0 h 55958"/>
              <a:gd name="csX1" fmla="*/ 0 w 6217"/>
              <a:gd name="csY1" fmla="*/ 55958 h 55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55958">
                <a:moveTo>
                  <a:pt x="0" y="0"/>
                </a:moveTo>
                <a:lnTo>
                  <a:pt x="0" y="55958"/>
                </a:lnTo>
              </a:path>
            </a:pathLst>
          </a:custGeom>
          <a:ln w="6215" cap="flat">
            <a:solidFill>
              <a:srgbClr val="737B84"/>
            </a:solidFill>
            <a:prstDash val="solid"/>
            <a:miter/>
          </a:ln>
        </p:spPr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19A7DEC-1854-D86E-D58D-09754D409B5A}"/>
              </a:ext>
            </a:extLst>
          </p:cNvPr>
          <p:cNvSpPr txBox="1"/>
          <p:nvPr/>
        </p:nvSpPr>
        <p:spPr>
          <a:xfrm>
            <a:off x="4015916" y="974401"/>
            <a:ext cx="316703" cy="222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2 s</a:t>
            </a: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DE59DF96-ED64-78CA-8EB3-F020DF0BF58C}"/>
              </a:ext>
            </a:extLst>
          </p:cNvPr>
          <p:cNvSpPr/>
          <p:nvPr/>
        </p:nvSpPr>
        <p:spPr>
          <a:xfrm>
            <a:off x="4834451" y="1175124"/>
            <a:ext cx="6217" cy="55958"/>
          </a:xfrm>
          <a:custGeom>
            <a:avLst/>
            <a:gdLst>
              <a:gd name="csX0" fmla="*/ 0 w 6217"/>
              <a:gd name="csY0" fmla="*/ 0 h 55958"/>
              <a:gd name="csX1" fmla="*/ 0 w 6217"/>
              <a:gd name="csY1" fmla="*/ 55958 h 55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55958">
                <a:moveTo>
                  <a:pt x="0" y="0"/>
                </a:moveTo>
                <a:lnTo>
                  <a:pt x="0" y="55958"/>
                </a:lnTo>
              </a:path>
            </a:pathLst>
          </a:custGeom>
          <a:ln w="6215" cap="flat">
            <a:solidFill>
              <a:srgbClr val="737B84"/>
            </a:solidFill>
            <a:prstDash val="solid"/>
            <a:miter/>
          </a:ln>
        </p:spPr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83E3D76-FCE7-4685-8AD0-8A118468A16E}"/>
              </a:ext>
            </a:extLst>
          </p:cNvPr>
          <p:cNvSpPr txBox="1"/>
          <p:nvPr/>
        </p:nvSpPr>
        <p:spPr>
          <a:xfrm>
            <a:off x="4676286" y="974401"/>
            <a:ext cx="316703" cy="222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3 s</a:t>
            </a: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9884A8C4-8E49-F6FE-78C5-888A67A2BFE9}"/>
              </a:ext>
            </a:extLst>
          </p:cNvPr>
          <p:cNvSpPr/>
          <p:nvPr/>
        </p:nvSpPr>
        <p:spPr>
          <a:xfrm>
            <a:off x="5494759" y="1175124"/>
            <a:ext cx="6217" cy="55958"/>
          </a:xfrm>
          <a:custGeom>
            <a:avLst/>
            <a:gdLst>
              <a:gd name="csX0" fmla="*/ 0 w 6217"/>
              <a:gd name="csY0" fmla="*/ 0 h 55958"/>
              <a:gd name="csX1" fmla="*/ 0 w 6217"/>
              <a:gd name="csY1" fmla="*/ 55958 h 55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55958">
                <a:moveTo>
                  <a:pt x="0" y="0"/>
                </a:moveTo>
                <a:lnTo>
                  <a:pt x="0" y="55958"/>
                </a:lnTo>
              </a:path>
            </a:pathLst>
          </a:custGeom>
          <a:ln w="6215" cap="flat">
            <a:solidFill>
              <a:srgbClr val="737B84"/>
            </a:solidFill>
            <a:prstDash val="solid"/>
            <a:miter/>
          </a:ln>
        </p:spPr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EEAD31C-61B4-4421-691A-205343E07836}"/>
              </a:ext>
            </a:extLst>
          </p:cNvPr>
          <p:cNvSpPr txBox="1"/>
          <p:nvPr/>
        </p:nvSpPr>
        <p:spPr>
          <a:xfrm>
            <a:off x="5336657" y="974401"/>
            <a:ext cx="316703" cy="222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4 s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97BD912B-ABBD-69F0-B9DB-AF8161748A69}"/>
              </a:ext>
            </a:extLst>
          </p:cNvPr>
          <p:cNvSpPr/>
          <p:nvPr/>
        </p:nvSpPr>
        <p:spPr>
          <a:xfrm>
            <a:off x="6155688" y="1175124"/>
            <a:ext cx="6217" cy="55958"/>
          </a:xfrm>
          <a:custGeom>
            <a:avLst/>
            <a:gdLst>
              <a:gd name="csX0" fmla="*/ 0 w 6217"/>
              <a:gd name="csY0" fmla="*/ 0 h 55958"/>
              <a:gd name="csX1" fmla="*/ 0 w 6217"/>
              <a:gd name="csY1" fmla="*/ 55958 h 55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55958">
                <a:moveTo>
                  <a:pt x="0" y="0"/>
                </a:moveTo>
                <a:lnTo>
                  <a:pt x="0" y="55958"/>
                </a:lnTo>
              </a:path>
            </a:pathLst>
          </a:custGeom>
          <a:ln w="6215" cap="flat">
            <a:solidFill>
              <a:srgbClr val="737B84"/>
            </a:solidFill>
            <a:prstDash val="solid"/>
            <a:miter/>
          </a:ln>
        </p:spPr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E4157B7-71B9-F58A-B252-0D635CFFD7E1}"/>
              </a:ext>
            </a:extLst>
          </p:cNvPr>
          <p:cNvSpPr txBox="1"/>
          <p:nvPr/>
        </p:nvSpPr>
        <p:spPr>
          <a:xfrm>
            <a:off x="5997027" y="974401"/>
            <a:ext cx="316703" cy="222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5 s</a:t>
            </a: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EEA234D2-70A6-C6DB-7D4A-E42F2D73B204}"/>
              </a:ext>
            </a:extLst>
          </p:cNvPr>
          <p:cNvSpPr/>
          <p:nvPr/>
        </p:nvSpPr>
        <p:spPr>
          <a:xfrm>
            <a:off x="6815996" y="1175124"/>
            <a:ext cx="6217" cy="55958"/>
          </a:xfrm>
          <a:custGeom>
            <a:avLst/>
            <a:gdLst>
              <a:gd name="csX0" fmla="*/ 0 w 6217"/>
              <a:gd name="csY0" fmla="*/ 0 h 55958"/>
              <a:gd name="csX1" fmla="*/ 0 w 6217"/>
              <a:gd name="csY1" fmla="*/ 55958 h 55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55958">
                <a:moveTo>
                  <a:pt x="0" y="0"/>
                </a:moveTo>
                <a:lnTo>
                  <a:pt x="0" y="55958"/>
                </a:lnTo>
              </a:path>
            </a:pathLst>
          </a:custGeom>
          <a:ln w="6215" cap="flat">
            <a:solidFill>
              <a:srgbClr val="737B84"/>
            </a:solidFill>
            <a:prstDash val="solid"/>
            <a:miter/>
          </a:ln>
        </p:spPr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3A556F5-8C42-0EB9-B506-D600C7526586}"/>
              </a:ext>
            </a:extLst>
          </p:cNvPr>
          <p:cNvSpPr txBox="1"/>
          <p:nvPr/>
        </p:nvSpPr>
        <p:spPr>
          <a:xfrm>
            <a:off x="6657397" y="974401"/>
            <a:ext cx="316703" cy="222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6 s</a:t>
            </a: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A374F45C-C6ED-7AB1-EFBF-63D1DDD4185E}"/>
              </a:ext>
            </a:extLst>
          </p:cNvPr>
          <p:cNvSpPr/>
          <p:nvPr/>
        </p:nvSpPr>
        <p:spPr>
          <a:xfrm>
            <a:off x="7476304" y="1175124"/>
            <a:ext cx="6217" cy="55958"/>
          </a:xfrm>
          <a:custGeom>
            <a:avLst/>
            <a:gdLst>
              <a:gd name="csX0" fmla="*/ 0 w 6217"/>
              <a:gd name="csY0" fmla="*/ 0 h 55958"/>
              <a:gd name="csX1" fmla="*/ 0 w 6217"/>
              <a:gd name="csY1" fmla="*/ 55958 h 55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55958">
                <a:moveTo>
                  <a:pt x="0" y="0"/>
                </a:moveTo>
                <a:lnTo>
                  <a:pt x="0" y="55958"/>
                </a:lnTo>
              </a:path>
            </a:pathLst>
          </a:custGeom>
          <a:ln w="6215" cap="flat">
            <a:solidFill>
              <a:srgbClr val="737B84"/>
            </a:solidFill>
            <a:prstDash val="solid"/>
            <a:miter/>
          </a:ln>
        </p:spPr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FF907DF-8A3B-260E-36E0-2B369B76E1DE}"/>
              </a:ext>
            </a:extLst>
          </p:cNvPr>
          <p:cNvSpPr txBox="1"/>
          <p:nvPr/>
        </p:nvSpPr>
        <p:spPr>
          <a:xfrm>
            <a:off x="7317768" y="974401"/>
            <a:ext cx="316703" cy="222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7 s</a:t>
            </a: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68D4F75A-EDB2-A13E-EADD-14648A47C53D}"/>
              </a:ext>
            </a:extLst>
          </p:cNvPr>
          <p:cNvSpPr/>
          <p:nvPr/>
        </p:nvSpPr>
        <p:spPr>
          <a:xfrm>
            <a:off x="8136612" y="1175124"/>
            <a:ext cx="6217" cy="55958"/>
          </a:xfrm>
          <a:custGeom>
            <a:avLst/>
            <a:gdLst>
              <a:gd name="csX0" fmla="*/ 0 w 6217"/>
              <a:gd name="csY0" fmla="*/ 0 h 55958"/>
              <a:gd name="csX1" fmla="*/ 0 w 6217"/>
              <a:gd name="csY1" fmla="*/ 55958 h 55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55958">
                <a:moveTo>
                  <a:pt x="0" y="0"/>
                </a:moveTo>
                <a:lnTo>
                  <a:pt x="0" y="55958"/>
                </a:lnTo>
              </a:path>
            </a:pathLst>
          </a:custGeom>
          <a:ln w="6215" cap="flat">
            <a:solidFill>
              <a:srgbClr val="737B84"/>
            </a:solidFill>
            <a:prstDash val="solid"/>
            <a:miter/>
          </a:ln>
        </p:spPr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028B6C9-C397-ED35-5E3F-F1529FAA34F5}"/>
              </a:ext>
            </a:extLst>
          </p:cNvPr>
          <p:cNvSpPr txBox="1"/>
          <p:nvPr/>
        </p:nvSpPr>
        <p:spPr>
          <a:xfrm>
            <a:off x="7978138" y="974401"/>
            <a:ext cx="316703" cy="222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8 s</a:t>
            </a: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FFD29FBD-80B0-B6C6-0A0B-21852ADE45FE}"/>
              </a:ext>
            </a:extLst>
          </p:cNvPr>
          <p:cNvSpPr/>
          <p:nvPr/>
        </p:nvSpPr>
        <p:spPr>
          <a:xfrm>
            <a:off x="8796920" y="1175124"/>
            <a:ext cx="6217" cy="55958"/>
          </a:xfrm>
          <a:custGeom>
            <a:avLst/>
            <a:gdLst>
              <a:gd name="csX0" fmla="*/ 0 w 6217"/>
              <a:gd name="csY0" fmla="*/ 0 h 55958"/>
              <a:gd name="csX1" fmla="*/ 0 w 6217"/>
              <a:gd name="csY1" fmla="*/ 55958 h 55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55958">
                <a:moveTo>
                  <a:pt x="0" y="0"/>
                </a:moveTo>
                <a:lnTo>
                  <a:pt x="0" y="55958"/>
                </a:lnTo>
              </a:path>
            </a:pathLst>
          </a:custGeom>
          <a:ln w="6215" cap="flat">
            <a:solidFill>
              <a:srgbClr val="737B84"/>
            </a:solidFill>
            <a:prstDash val="solid"/>
            <a:miter/>
          </a:ln>
        </p:spPr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6097CF8-F634-F521-464D-CE44FA876F92}"/>
              </a:ext>
            </a:extLst>
          </p:cNvPr>
          <p:cNvSpPr txBox="1"/>
          <p:nvPr/>
        </p:nvSpPr>
        <p:spPr>
          <a:xfrm>
            <a:off x="8638508" y="974401"/>
            <a:ext cx="316703" cy="222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9 s</a:t>
            </a:r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AD36587F-38AB-9906-3AF9-ED9EABAD4CF7}"/>
              </a:ext>
            </a:extLst>
          </p:cNvPr>
          <p:cNvSpPr/>
          <p:nvPr/>
        </p:nvSpPr>
        <p:spPr>
          <a:xfrm>
            <a:off x="9457228" y="1175124"/>
            <a:ext cx="6217" cy="55958"/>
          </a:xfrm>
          <a:custGeom>
            <a:avLst/>
            <a:gdLst>
              <a:gd name="csX0" fmla="*/ 0 w 6217"/>
              <a:gd name="csY0" fmla="*/ 0 h 55958"/>
              <a:gd name="csX1" fmla="*/ 0 w 6217"/>
              <a:gd name="csY1" fmla="*/ 55958 h 55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55958">
                <a:moveTo>
                  <a:pt x="0" y="0"/>
                </a:moveTo>
                <a:lnTo>
                  <a:pt x="0" y="55958"/>
                </a:lnTo>
              </a:path>
            </a:pathLst>
          </a:custGeom>
          <a:ln w="6215" cap="flat">
            <a:solidFill>
              <a:srgbClr val="737B84"/>
            </a:solidFill>
            <a:prstDash val="solid"/>
            <a:miter/>
          </a:ln>
        </p:spPr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663E207-FE48-2085-5826-C040E97558C2}"/>
              </a:ext>
            </a:extLst>
          </p:cNvPr>
          <p:cNvSpPr txBox="1"/>
          <p:nvPr/>
        </p:nvSpPr>
        <p:spPr>
          <a:xfrm>
            <a:off x="9269710" y="974401"/>
            <a:ext cx="375042" cy="222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10 s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BD82C2B-AE5C-18B1-2EBC-2EB53C03EF76}"/>
              </a:ext>
            </a:extLst>
          </p:cNvPr>
          <p:cNvSpPr txBox="1"/>
          <p:nvPr/>
        </p:nvSpPr>
        <p:spPr>
          <a:xfrm>
            <a:off x="1844751" y="1405455"/>
            <a:ext cx="630546" cy="239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 dirty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语音波形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A132390-BF2A-C7C1-427A-27C66DB68223}"/>
              </a:ext>
            </a:extLst>
          </p:cNvPr>
          <p:cNvSpPr txBox="1"/>
          <p:nvPr/>
        </p:nvSpPr>
        <p:spPr>
          <a:xfrm>
            <a:off x="1960017" y="1659723"/>
            <a:ext cx="580805" cy="222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 dirty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原始音轨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71C5796-D5B3-44B0-D681-6C323DD15EA0}"/>
              </a:ext>
            </a:extLst>
          </p:cNvPr>
          <p:cNvSpPr txBox="1"/>
          <p:nvPr/>
        </p:nvSpPr>
        <p:spPr>
          <a:xfrm>
            <a:off x="2811828" y="1198957"/>
            <a:ext cx="70408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50" b="1" spc="0" baseline="0" dirty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And of course, click in the link of the description ...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C6E73E7-893A-F557-A803-2174851F5B33}"/>
              </a:ext>
            </a:extLst>
          </p:cNvPr>
          <p:cNvSpPr/>
          <p:nvPr/>
        </p:nvSpPr>
        <p:spPr>
          <a:xfrm>
            <a:off x="2853527" y="1405174"/>
            <a:ext cx="7231055" cy="603106"/>
          </a:xfrm>
          <a:prstGeom prst="rect">
            <a:avLst/>
          </a:prstGeom>
          <a:solidFill>
            <a:srgbClr val="FFFFFF"/>
          </a:solidFill>
          <a:ln w="0" cap="flat">
            <a:noFill/>
            <a:prstDash val="solid"/>
            <a:miter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C7E5833-7528-0C1F-4BFE-EF3C2D9CAD32}"/>
              </a:ext>
            </a:extLst>
          </p:cNvPr>
          <p:cNvSpPr/>
          <p:nvPr/>
        </p:nvSpPr>
        <p:spPr>
          <a:xfrm>
            <a:off x="2853527" y="1405174"/>
            <a:ext cx="602484" cy="603106"/>
          </a:xfrm>
          <a:prstGeom prst="rect">
            <a:avLst/>
          </a:prstGeom>
          <a:solidFill>
            <a:srgbClr val="E5F3F8">
              <a:alpha val="42000"/>
            </a:srgbClr>
          </a:solidFill>
          <a:ln w="6215" cap="flat">
            <a:noFill/>
            <a:prstDash val="solid"/>
            <a:miter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3873B94-2BFB-C594-6C1E-72975C355EDC}"/>
              </a:ext>
            </a:extLst>
          </p:cNvPr>
          <p:cNvSpPr/>
          <p:nvPr/>
        </p:nvSpPr>
        <p:spPr>
          <a:xfrm>
            <a:off x="4058496" y="1405174"/>
            <a:ext cx="602484" cy="603106"/>
          </a:xfrm>
          <a:prstGeom prst="rect">
            <a:avLst/>
          </a:prstGeom>
          <a:solidFill>
            <a:srgbClr val="E5F3F8">
              <a:alpha val="42000"/>
            </a:srgbClr>
          </a:solidFill>
          <a:ln w="6215" cap="flat">
            <a:noFill/>
            <a:prstDash val="solid"/>
            <a:miter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4C75AE3-E26A-8780-2C78-7F2AA03287F0}"/>
              </a:ext>
            </a:extLst>
          </p:cNvPr>
          <p:cNvSpPr/>
          <p:nvPr/>
        </p:nvSpPr>
        <p:spPr>
          <a:xfrm>
            <a:off x="5264086" y="1405174"/>
            <a:ext cx="602484" cy="603106"/>
          </a:xfrm>
          <a:prstGeom prst="rect">
            <a:avLst/>
          </a:prstGeom>
          <a:solidFill>
            <a:srgbClr val="E5F3F8">
              <a:alpha val="42000"/>
            </a:srgbClr>
          </a:solidFill>
          <a:ln w="6215" cap="flat">
            <a:noFill/>
            <a:prstDash val="solid"/>
            <a:miter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E9D9D16-E0CD-3888-283F-A83771459C54}"/>
              </a:ext>
            </a:extLst>
          </p:cNvPr>
          <p:cNvSpPr/>
          <p:nvPr/>
        </p:nvSpPr>
        <p:spPr>
          <a:xfrm>
            <a:off x="6469055" y="1405174"/>
            <a:ext cx="602484" cy="603106"/>
          </a:xfrm>
          <a:prstGeom prst="rect">
            <a:avLst/>
          </a:prstGeom>
          <a:solidFill>
            <a:srgbClr val="E5F3F8">
              <a:alpha val="42000"/>
            </a:srgbClr>
          </a:solidFill>
          <a:ln w="6215" cap="flat">
            <a:noFill/>
            <a:prstDash val="solid"/>
            <a:miter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103B32B-D1A9-80D9-9CC0-36A969A025F7}"/>
              </a:ext>
            </a:extLst>
          </p:cNvPr>
          <p:cNvSpPr/>
          <p:nvPr/>
        </p:nvSpPr>
        <p:spPr>
          <a:xfrm>
            <a:off x="7674023" y="1405174"/>
            <a:ext cx="602484" cy="603106"/>
          </a:xfrm>
          <a:prstGeom prst="rect">
            <a:avLst/>
          </a:prstGeom>
          <a:solidFill>
            <a:srgbClr val="E5F3F8">
              <a:alpha val="42000"/>
            </a:srgbClr>
          </a:solidFill>
          <a:ln w="6215" cap="flat">
            <a:noFill/>
            <a:prstDash val="solid"/>
            <a:miter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3194B16-93C3-9F4B-1987-7D2563B1C3F9}"/>
              </a:ext>
            </a:extLst>
          </p:cNvPr>
          <p:cNvSpPr/>
          <p:nvPr/>
        </p:nvSpPr>
        <p:spPr>
          <a:xfrm>
            <a:off x="8879614" y="1405174"/>
            <a:ext cx="602484" cy="603106"/>
          </a:xfrm>
          <a:prstGeom prst="rect">
            <a:avLst/>
          </a:prstGeom>
          <a:solidFill>
            <a:srgbClr val="E5F3F8">
              <a:alpha val="42000"/>
            </a:srgbClr>
          </a:solidFill>
          <a:ln w="6215" cap="flat">
            <a:noFill/>
            <a:prstDash val="solid"/>
            <a:miter/>
          </a:ln>
        </p:spPr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577B2B12-E4DF-8CC0-0266-CAC4D7C55C5A}"/>
              </a:ext>
            </a:extLst>
          </p:cNvPr>
          <p:cNvSpPr/>
          <p:nvPr/>
        </p:nvSpPr>
        <p:spPr>
          <a:xfrm>
            <a:off x="2853527" y="1706728"/>
            <a:ext cx="7231055" cy="6217"/>
          </a:xfrm>
          <a:custGeom>
            <a:avLst/>
            <a:gdLst>
              <a:gd name="csX0" fmla="*/ 0 w 7231055"/>
              <a:gd name="csY0" fmla="*/ 0 h 6217"/>
              <a:gd name="csX1" fmla="*/ 7231056 w 7231055"/>
              <a:gd name="csY1" fmla="*/ 0 h 62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31055" h="6217">
                <a:moveTo>
                  <a:pt x="0" y="0"/>
                </a:moveTo>
                <a:lnTo>
                  <a:pt x="7231056" y="0"/>
                </a:lnTo>
              </a:path>
            </a:pathLst>
          </a:custGeom>
          <a:ln w="4972" cap="flat">
            <a:solidFill>
              <a:srgbClr val="D5DADE"/>
            </a:solidFill>
            <a:prstDash val="solid"/>
            <a:miter/>
          </a:ln>
        </p:spPr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A01CBA77-D242-7E4A-955C-F078151B8C99}"/>
              </a:ext>
            </a:extLst>
          </p:cNvPr>
          <p:cNvSpPr/>
          <p:nvPr/>
        </p:nvSpPr>
        <p:spPr>
          <a:xfrm>
            <a:off x="2853527" y="1559992"/>
            <a:ext cx="7231055" cy="406008"/>
          </a:xfrm>
          <a:custGeom>
            <a:avLst/>
            <a:gdLst>
              <a:gd name="csX0" fmla="*/ 0 w 7231055"/>
              <a:gd name="csY0" fmla="*/ 140518 h 406008"/>
              <a:gd name="csX1" fmla="*/ 5596 w 7231055"/>
              <a:gd name="csY1" fmla="*/ 239999 h 406008"/>
              <a:gd name="csX2" fmla="*/ 10570 w 7231055"/>
              <a:gd name="csY2" fmla="*/ 98238 h 406008"/>
              <a:gd name="csX3" fmla="*/ 16166 w 7231055"/>
              <a:gd name="csY3" fmla="*/ 219481 h 406008"/>
              <a:gd name="csX4" fmla="*/ 21140 w 7231055"/>
              <a:gd name="csY4" fmla="*/ 206424 h 406008"/>
              <a:gd name="csX5" fmla="*/ 26736 w 7231055"/>
              <a:gd name="csY5" fmla="*/ 29223 h 406008"/>
              <a:gd name="csX6" fmla="*/ 32331 w 7231055"/>
              <a:gd name="csY6" fmla="*/ 31710 h 406008"/>
              <a:gd name="csX7" fmla="*/ 37306 w 7231055"/>
              <a:gd name="csY7" fmla="*/ 191502 h 406008"/>
              <a:gd name="csX8" fmla="*/ 42901 w 7231055"/>
              <a:gd name="csY8" fmla="*/ 36062 h 406008"/>
              <a:gd name="csX9" fmla="*/ 47875 w 7231055"/>
              <a:gd name="csY9" fmla="*/ 151088 h 406008"/>
              <a:gd name="csX10" fmla="*/ 53471 w 7231055"/>
              <a:gd name="csY10" fmla="*/ 181554 h 406008"/>
              <a:gd name="csX11" fmla="*/ 59067 w 7231055"/>
              <a:gd name="csY11" fmla="*/ 147979 h 406008"/>
              <a:gd name="csX12" fmla="*/ 64041 w 7231055"/>
              <a:gd name="csY12" fmla="*/ 107564 h 406008"/>
              <a:gd name="csX13" fmla="*/ 69637 w 7231055"/>
              <a:gd name="csY13" fmla="*/ 150466 h 406008"/>
              <a:gd name="csX14" fmla="*/ 75233 w 7231055"/>
              <a:gd name="csY14" fmla="*/ 138031 h 406008"/>
              <a:gd name="csX15" fmla="*/ 80207 w 7231055"/>
              <a:gd name="csY15" fmla="*/ 163523 h 406008"/>
              <a:gd name="csX16" fmla="*/ 85803 w 7231055"/>
              <a:gd name="csY16" fmla="*/ 144248 h 406008"/>
              <a:gd name="csX17" fmla="*/ 90777 w 7231055"/>
              <a:gd name="csY17" fmla="*/ 149222 h 406008"/>
              <a:gd name="csX18" fmla="*/ 96373 w 7231055"/>
              <a:gd name="csY18" fmla="*/ 141761 h 406008"/>
              <a:gd name="csX19" fmla="*/ 101968 w 7231055"/>
              <a:gd name="csY19" fmla="*/ 143626 h 406008"/>
              <a:gd name="csX20" fmla="*/ 106943 w 7231055"/>
              <a:gd name="csY20" fmla="*/ 152953 h 406008"/>
              <a:gd name="csX21" fmla="*/ 112538 w 7231055"/>
              <a:gd name="csY21" fmla="*/ 142383 h 406008"/>
              <a:gd name="csX22" fmla="*/ 117512 w 7231055"/>
              <a:gd name="csY22" fmla="*/ 141139 h 406008"/>
              <a:gd name="csX23" fmla="*/ 123108 w 7231055"/>
              <a:gd name="csY23" fmla="*/ 144248 h 406008"/>
              <a:gd name="csX24" fmla="*/ 128704 w 7231055"/>
              <a:gd name="csY24" fmla="*/ 151088 h 406008"/>
              <a:gd name="csX25" fmla="*/ 133678 w 7231055"/>
              <a:gd name="csY25" fmla="*/ 147979 h 406008"/>
              <a:gd name="csX26" fmla="*/ 139274 w 7231055"/>
              <a:gd name="csY26" fmla="*/ 146113 h 406008"/>
              <a:gd name="csX27" fmla="*/ 144248 w 7231055"/>
              <a:gd name="csY27" fmla="*/ 147357 h 406008"/>
              <a:gd name="csX28" fmla="*/ 149844 w 7231055"/>
              <a:gd name="csY28" fmla="*/ 146113 h 406008"/>
              <a:gd name="csX29" fmla="*/ 155440 w 7231055"/>
              <a:gd name="csY29" fmla="*/ 144248 h 406008"/>
              <a:gd name="csX30" fmla="*/ 160414 w 7231055"/>
              <a:gd name="csY30" fmla="*/ 148600 h 406008"/>
              <a:gd name="csX31" fmla="*/ 166010 w 7231055"/>
              <a:gd name="csY31" fmla="*/ 149844 h 406008"/>
              <a:gd name="csX32" fmla="*/ 170984 w 7231055"/>
              <a:gd name="csY32" fmla="*/ 146735 h 406008"/>
              <a:gd name="csX33" fmla="*/ 176579 w 7231055"/>
              <a:gd name="csY33" fmla="*/ 144870 h 406008"/>
              <a:gd name="csX34" fmla="*/ 182175 w 7231055"/>
              <a:gd name="csY34" fmla="*/ 146735 h 406008"/>
              <a:gd name="csX35" fmla="*/ 187149 w 7231055"/>
              <a:gd name="csY35" fmla="*/ 143005 h 406008"/>
              <a:gd name="csX36" fmla="*/ 192745 w 7231055"/>
              <a:gd name="csY36" fmla="*/ 141139 h 406008"/>
              <a:gd name="csX37" fmla="*/ 198341 w 7231055"/>
              <a:gd name="csY37" fmla="*/ 151088 h 406008"/>
              <a:gd name="csX38" fmla="*/ 203315 w 7231055"/>
              <a:gd name="csY38" fmla="*/ 145492 h 406008"/>
              <a:gd name="csX39" fmla="*/ 208911 w 7231055"/>
              <a:gd name="csY39" fmla="*/ 151088 h 406008"/>
              <a:gd name="csX40" fmla="*/ 213885 w 7231055"/>
              <a:gd name="csY40" fmla="*/ 152331 h 406008"/>
              <a:gd name="csX41" fmla="*/ 219481 w 7231055"/>
              <a:gd name="csY41" fmla="*/ 143005 h 406008"/>
              <a:gd name="csX42" fmla="*/ 225077 w 7231055"/>
              <a:gd name="csY42" fmla="*/ 145492 h 406008"/>
              <a:gd name="csX43" fmla="*/ 230051 w 7231055"/>
              <a:gd name="csY43" fmla="*/ 149844 h 406008"/>
              <a:gd name="csX44" fmla="*/ 235647 w 7231055"/>
              <a:gd name="csY44" fmla="*/ 144248 h 406008"/>
              <a:gd name="csX45" fmla="*/ 240621 w 7231055"/>
              <a:gd name="csY45" fmla="*/ 147979 h 406008"/>
              <a:gd name="csX46" fmla="*/ 246217 w 7231055"/>
              <a:gd name="csY46" fmla="*/ 149222 h 406008"/>
              <a:gd name="csX47" fmla="*/ 251812 w 7231055"/>
              <a:gd name="csY47" fmla="*/ 144870 h 406008"/>
              <a:gd name="csX48" fmla="*/ 256786 w 7231055"/>
              <a:gd name="csY48" fmla="*/ 146735 h 406008"/>
              <a:gd name="csX49" fmla="*/ 262382 w 7231055"/>
              <a:gd name="csY49" fmla="*/ 149222 h 406008"/>
              <a:gd name="csX50" fmla="*/ 267356 w 7231055"/>
              <a:gd name="csY50" fmla="*/ 149222 h 406008"/>
              <a:gd name="csX51" fmla="*/ 272952 w 7231055"/>
              <a:gd name="csY51" fmla="*/ 140518 h 406008"/>
              <a:gd name="csX52" fmla="*/ 278548 w 7231055"/>
              <a:gd name="csY52" fmla="*/ 146735 h 406008"/>
              <a:gd name="csX53" fmla="*/ 283522 w 7231055"/>
              <a:gd name="csY53" fmla="*/ 147979 h 406008"/>
              <a:gd name="csX54" fmla="*/ 289118 w 7231055"/>
              <a:gd name="csY54" fmla="*/ 143626 h 406008"/>
              <a:gd name="csX55" fmla="*/ 294092 w 7231055"/>
              <a:gd name="csY55" fmla="*/ 151088 h 406008"/>
              <a:gd name="csX56" fmla="*/ 299688 w 7231055"/>
              <a:gd name="csY56" fmla="*/ 147979 h 406008"/>
              <a:gd name="csX57" fmla="*/ 305284 w 7231055"/>
              <a:gd name="csY57" fmla="*/ 147357 h 406008"/>
              <a:gd name="csX58" fmla="*/ 310258 w 7231055"/>
              <a:gd name="csY58" fmla="*/ 149222 h 406008"/>
              <a:gd name="csX59" fmla="*/ 315854 w 7231055"/>
              <a:gd name="csY59" fmla="*/ 145492 h 406008"/>
              <a:gd name="csX60" fmla="*/ 321449 w 7231055"/>
              <a:gd name="csY60" fmla="*/ 143626 h 406008"/>
              <a:gd name="csX61" fmla="*/ 326423 w 7231055"/>
              <a:gd name="csY61" fmla="*/ 144870 h 406008"/>
              <a:gd name="csX62" fmla="*/ 332019 w 7231055"/>
              <a:gd name="csY62" fmla="*/ 144870 h 406008"/>
              <a:gd name="csX63" fmla="*/ 336993 w 7231055"/>
              <a:gd name="csY63" fmla="*/ 147979 h 406008"/>
              <a:gd name="csX64" fmla="*/ 342589 w 7231055"/>
              <a:gd name="csY64" fmla="*/ 149844 h 406008"/>
              <a:gd name="csX65" fmla="*/ 348185 w 7231055"/>
              <a:gd name="csY65" fmla="*/ 147979 h 406008"/>
              <a:gd name="csX66" fmla="*/ 353159 w 7231055"/>
              <a:gd name="csY66" fmla="*/ 131191 h 406008"/>
              <a:gd name="csX67" fmla="*/ 358755 w 7231055"/>
              <a:gd name="csY67" fmla="*/ 149222 h 406008"/>
              <a:gd name="csX68" fmla="*/ 363729 w 7231055"/>
              <a:gd name="csY68" fmla="*/ 175958 h 406008"/>
              <a:gd name="csX69" fmla="*/ 369325 w 7231055"/>
              <a:gd name="csY69" fmla="*/ 100103 h 406008"/>
              <a:gd name="csX70" fmla="*/ 374921 w 7231055"/>
              <a:gd name="csY70" fmla="*/ 133056 h 406008"/>
              <a:gd name="csX71" fmla="*/ 379895 w 7231055"/>
              <a:gd name="csY71" fmla="*/ 131191 h 406008"/>
              <a:gd name="csX72" fmla="*/ 385491 w 7231055"/>
              <a:gd name="csY72" fmla="*/ 121243 h 406008"/>
              <a:gd name="csX73" fmla="*/ 390465 w 7231055"/>
              <a:gd name="csY73" fmla="*/ 204559 h 406008"/>
              <a:gd name="csX74" fmla="*/ 396060 w 7231055"/>
              <a:gd name="csY74" fmla="*/ 138652 h 406008"/>
              <a:gd name="csX75" fmla="*/ 401656 w 7231055"/>
              <a:gd name="csY75" fmla="*/ 406009 h 406008"/>
              <a:gd name="csX76" fmla="*/ 406630 w 7231055"/>
              <a:gd name="csY76" fmla="*/ 282900 h 406008"/>
              <a:gd name="csX77" fmla="*/ 412226 w 7231055"/>
              <a:gd name="csY77" fmla="*/ 68393 h 406008"/>
              <a:gd name="csX78" fmla="*/ 417200 w 7231055"/>
              <a:gd name="csY78" fmla="*/ 236268 h 406008"/>
              <a:gd name="csX79" fmla="*/ 422796 w 7231055"/>
              <a:gd name="csY79" fmla="*/ 236268 h 406008"/>
              <a:gd name="csX80" fmla="*/ 428392 w 7231055"/>
              <a:gd name="csY80" fmla="*/ 109430 h 406008"/>
              <a:gd name="csX81" fmla="*/ 433366 w 7231055"/>
              <a:gd name="csY81" fmla="*/ 146735 h 406008"/>
              <a:gd name="csX82" fmla="*/ 438962 w 7231055"/>
              <a:gd name="csY82" fmla="*/ 178445 h 406008"/>
              <a:gd name="csX83" fmla="*/ 444558 w 7231055"/>
              <a:gd name="csY83" fmla="*/ 106321 h 406008"/>
              <a:gd name="csX84" fmla="*/ 449532 w 7231055"/>
              <a:gd name="csY84" fmla="*/ 79585 h 406008"/>
              <a:gd name="csX85" fmla="*/ 455128 w 7231055"/>
              <a:gd name="csY85" fmla="*/ 289740 h 406008"/>
              <a:gd name="csX86" fmla="*/ 460102 w 7231055"/>
              <a:gd name="csY86" fmla="*/ 126839 h 406008"/>
              <a:gd name="csX87" fmla="*/ 465697 w 7231055"/>
              <a:gd name="csY87" fmla="*/ 110673 h 406008"/>
              <a:gd name="csX88" fmla="*/ 471293 w 7231055"/>
              <a:gd name="csY88" fmla="*/ 95129 h 406008"/>
              <a:gd name="csX89" fmla="*/ 476267 w 7231055"/>
              <a:gd name="csY89" fmla="*/ 179688 h 406008"/>
              <a:gd name="csX90" fmla="*/ 481863 w 7231055"/>
              <a:gd name="csY90" fmla="*/ 186528 h 406008"/>
              <a:gd name="csX91" fmla="*/ 486837 w 7231055"/>
              <a:gd name="csY91" fmla="*/ 143626 h 406008"/>
              <a:gd name="csX92" fmla="*/ 492433 w 7231055"/>
              <a:gd name="csY92" fmla="*/ 150466 h 406008"/>
              <a:gd name="csX93" fmla="*/ 498029 w 7231055"/>
              <a:gd name="csY93" fmla="*/ 142383 h 406008"/>
              <a:gd name="csX94" fmla="*/ 503003 w 7231055"/>
              <a:gd name="csY94" fmla="*/ 156062 h 406008"/>
              <a:gd name="csX95" fmla="*/ 508599 w 7231055"/>
              <a:gd name="csY95" fmla="*/ 146735 h 406008"/>
              <a:gd name="csX96" fmla="*/ 513573 w 7231055"/>
              <a:gd name="csY96" fmla="*/ 144870 h 406008"/>
              <a:gd name="csX97" fmla="*/ 519169 w 7231055"/>
              <a:gd name="csY97" fmla="*/ 147979 h 406008"/>
              <a:gd name="csX98" fmla="*/ 524764 w 7231055"/>
              <a:gd name="csY98" fmla="*/ 144248 h 406008"/>
              <a:gd name="csX99" fmla="*/ 529739 w 7231055"/>
              <a:gd name="csY99" fmla="*/ 145492 h 406008"/>
              <a:gd name="csX100" fmla="*/ 535334 w 7231055"/>
              <a:gd name="csY100" fmla="*/ 143626 h 406008"/>
              <a:gd name="csX101" fmla="*/ 540308 w 7231055"/>
              <a:gd name="csY101" fmla="*/ 143005 h 406008"/>
              <a:gd name="csX102" fmla="*/ 545904 w 7231055"/>
              <a:gd name="csY102" fmla="*/ 150466 h 406008"/>
              <a:gd name="csX103" fmla="*/ 551500 w 7231055"/>
              <a:gd name="csY103" fmla="*/ 145492 h 406008"/>
              <a:gd name="csX104" fmla="*/ 556474 w 7231055"/>
              <a:gd name="csY104" fmla="*/ 154196 h 406008"/>
              <a:gd name="csX105" fmla="*/ 562070 w 7231055"/>
              <a:gd name="csY105" fmla="*/ 148600 h 406008"/>
              <a:gd name="csX106" fmla="*/ 567044 w 7231055"/>
              <a:gd name="csY106" fmla="*/ 149844 h 406008"/>
              <a:gd name="csX107" fmla="*/ 572640 w 7231055"/>
              <a:gd name="csY107" fmla="*/ 147979 h 406008"/>
              <a:gd name="csX108" fmla="*/ 578236 w 7231055"/>
              <a:gd name="csY108" fmla="*/ 141761 h 406008"/>
              <a:gd name="csX109" fmla="*/ 583210 w 7231055"/>
              <a:gd name="csY109" fmla="*/ 161036 h 406008"/>
              <a:gd name="csX110" fmla="*/ 588806 w 7231055"/>
              <a:gd name="csY110" fmla="*/ 58445 h 406008"/>
              <a:gd name="csX111" fmla="*/ 594402 w 7231055"/>
              <a:gd name="csY111" fmla="*/ 76476 h 406008"/>
              <a:gd name="csX112" fmla="*/ 599376 w 7231055"/>
              <a:gd name="csY112" fmla="*/ 162279 h 406008"/>
              <a:gd name="csX113" fmla="*/ 604971 w 7231055"/>
              <a:gd name="csY113" fmla="*/ 265491 h 406008"/>
              <a:gd name="csX114" fmla="*/ 609946 w 7231055"/>
              <a:gd name="csY114" fmla="*/ 244351 h 406008"/>
              <a:gd name="csX115" fmla="*/ 615541 w 7231055"/>
              <a:gd name="csY115" fmla="*/ 131191 h 406008"/>
              <a:gd name="csX116" fmla="*/ 621137 w 7231055"/>
              <a:gd name="csY116" fmla="*/ 172227 h 406008"/>
              <a:gd name="csX117" fmla="*/ 626111 w 7231055"/>
              <a:gd name="csY117" fmla="*/ 159792 h 406008"/>
              <a:gd name="csX118" fmla="*/ 631707 w 7231055"/>
              <a:gd name="csY118" fmla="*/ 96373 h 406008"/>
              <a:gd name="csX119" fmla="*/ 636681 w 7231055"/>
              <a:gd name="csY119" fmla="*/ 51606 h 406008"/>
              <a:gd name="csX120" fmla="*/ 642277 w 7231055"/>
              <a:gd name="csY120" fmla="*/ 115647 h 406008"/>
              <a:gd name="csX121" fmla="*/ 647873 w 7231055"/>
              <a:gd name="csY121" fmla="*/ 202072 h 406008"/>
              <a:gd name="csX122" fmla="*/ 652847 w 7231055"/>
              <a:gd name="csY122" fmla="*/ 250569 h 406008"/>
              <a:gd name="csX123" fmla="*/ 658443 w 7231055"/>
              <a:gd name="csY123" fmla="*/ 243730 h 406008"/>
              <a:gd name="csX124" fmla="*/ 663417 w 7231055"/>
              <a:gd name="csY124" fmla="*/ 170984 h 406008"/>
              <a:gd name="csX125" fmla="*/ 669013 w 7231055"/>
              <a:gd name="csY125" fmla="*/ 172227 h 406008"/>
              <a:gd name="csX126" fmla="*/ 674608 w 7231055"/>
              <a:gd name="csY126" fmla="*/ 161657 h 406008"/>
              <a:gd name="csX127" fmla="*/ 679582 w 7231055"/>
              <a:gd name="csY127" fmla="*/ 168497 h 406008"/>
              <a:gd name="csX128" fmla="*/ 685178 w 7231055"/>
              <a:gd name="csY128" fmla="*/ 154818 h 406008"/>
              <a:gd name="csX129" fmla="*/ 690152 w 7231055"/>
              <a:gd name="csY129" fmla="*/ 151088 h 406008"/>
              <a:gd name="csX130" fmla="*/ 695748 w 7231055"/>
              <a:gd name="csY130" fmla="*/ 143626 h 406008"/>
              <a:gd name="csX131" fmla="*/ 701344 w 7231055"/>
              <a:gd name="csY131" fmla="*/ 149844 h 406008"/>
              <a:gd name="csX132" fmla="*/ 706318 w 7231055"/>
              <a:gd name="csY132" fmla="*/ 155440 h 406008"/>
              <a:gd name="csX133" fmla="*/ 711914 w 7231055"/>
              <a:gd name="csY133" fmla="*/ 154818 h 406008"/>
              <a:gd name="csX134" fmla="*/ 717510 w 7231055"/>
              <a:gd name="csY134" fmla="*/ 161036 h 406008"/>
              <a:gd name="csX135" fmla="*/ 722484 w 7231055"/>
              <a:gd name="csY135" fmla="*/ 110673 h 406008"/>
              <a:gd name="csX136" fmla="*/ 728080 w 7231055"/>
              <a:gd name="csY136" fmla="*/ 139896 h 406008"/>
              <a:gd name="csX137" fmla="*/ 733054 w 7231055"/>
              <a:gd name="csY137" fmla="*/ 141139 h 406008"/>
              <a:gd name="csX138" fmla="*/ 738649 w 7231055"/>
              <a:gd name="csY138" fmla="*/ 149844 h 406008"/>
              <a:gd name="csX139" fmla="*/ 744245 w 7231055"/>
              <a:gd name="csY139" fmla="*/ 146113 h 406008"/>
              <a:gd name="csX140" fmla="*/ 749219 w 7231055"/>
              <a:gd name="csY140" fmla="*/ 146113 h 406008"/>
              <a:gd name="csX141" fmla="*/ 754815 w 7231055"/>
              <a:gd name="csY141" fmla="*/ 149844 h 406008"/>
              <a:gd name="csX142" fmla="*/ 759789 w 7231055"/>
              <a:gd name="csY142" fmla="*/ 149222 h 406008"/>
              <a:gd name="csX143" fmla="*/ 765385 w 7231055"/>
              <a:gd name="csY143" fmla="*/ 146735 h 406008"/>
              <a:gd name="csX144" fmla="*/ 770981 w 7231055"/>
              <a:gd name="csY144" fmla="*/ 147979 h 406008"/>
              <a:gd name="csX145" fmla="*/ 775955 w 7231055"/>
              <a:gd name="csY145" fmla="*/ 143005 h 406008"/>
              <a:gd name="csX146" fmla="*/ 781551 w 7231055"/>
              <a:gd name="csY146" fmla="*/ 150466 h 406008"/>
              <a:gd name="csX147" fmla="*/ 786525 w 7231055"/>
              <a:gd name="csY147" fmla="*/ 146113 h 406008"/>
              <a:gd name="csX148" fmla="*/ 792121 w 7231055"/>
              <a:gd name="csY148" fmla="*/ 147979 h 406008"/>
              <a:gd name="csX149" fmla="*/ 797717 w 7231055"/>
              <a:gd name="csY149" fmla="*/ 139896 h 406008"/>
              <a:gd name="csX150" fmla="*/ 802691 w 7231055"/>
              <a:gd name="csY150" fmla="*/ 149844 h 406008"/>
              <a:gd name="csX151" fmla="*/ 808287 w 7231055"/>
              <a:gd name="csY151" fmla="*/ 144870 h 406008"/>
              <a:gd name="csX152" fmla="*/ 813261 w 7231055"/>
              <a:gd name="csY152" fmla="*/ 149222 h 406008"/>
              <a:gd name="csX153" fmla="*/ 818857 w 7231055"/>
              <a:gd name="csY153" fmla="*/ 152331 h 406008"/>
              <a:gd name="csX154" fmla="*/ 824452 w 7231055"/>
              <a:gd name="csY154" fmla="*/ 153575 h 406008"/>
              <a:gd name="csX155" fmla="*/ 829426 w 7231055"/>
              <a:gd name="csY155" fmla="*/ 149222 h 406008"/>
              <a:gd name="csX156" fmla="*/ 835022 w 7231055"/>
              <a:gd name="csY156" fmla="*/ 144870 h 406008"/>
              <a:gd name="csX157" fmla="*/ 840618 w 7231055"/>
              <a:gd name="csY157" fmla="*/ 146113 h 406008"/>
              <a:gd name="csX158" fmla="*/ 845592 w 7231055"/>
              <a:gd name="csY158" fmla="*/ 202693 h 406008"/>
              <a:gd name="csX159" fmla="*/ 851188 w 7231055"/>
              <a:gd name="csY159" fmla="*/ 159170 h 406008"/>
              <a:gd name="csX160" fmla="*/ 856162 w 7231055"/>
              <a:gd name="csY160" fmla="*/ 134922 h 406008"/>
              <a:gd name="csX161" fmla="*/ 861758 w 7231055"/>
              <a:gd name="csY161" fmla="*/ 184662 h 406008"/>
              <a:gd name="csX162" fmla="*/ 867354 w 7231055"/>
              <a:gd name="csY162" fmla="*/ 161657 h 406008"/>
              <a:gd name="csX163" fmla="*/ 872328 w 7231055"/>
              <a:gd name="csY163" fmla="*/ 46010 h 406008"/>
              <a:gd name="csX164" fmla="*/ 877924 w 7231055"/>
              <a:gd name="csY164" fmla="*/ 241864 h 406008"/>
              <a:gd name="csX165" fmla="*/ 882898 w 7231055"/>
              <a:gd name="csY165" fmla="*/ 152331 h 406008"/>
              <a:gd name="csX166" fmla="*/ 888493 w 7231055"/>
              <a:gd name="csY166" fmla="*/ 247460 h 406008"/>
              <a:gd name="csX167" fmla="*/ 894089 w 7231055"/>
              <a:gd name="csY167" fmla="*/ 43523 h 406008"/>
              <a:gd name="csX168" fmla="*/ 899063 w 7231055"/>
              <a:gd name="csY168" fmla="*/ 213885 h 406008"/>
              <a:gd name="csX169" fmla="*/ 904659 w 7231055"/>
              <a:gd name="csY169" fmla="*/ 162901 h 406008"/>
              <a:gd name="csX170" fmla="*/ 909633 w 7231055"/>
              <a:gd name="csY170" fmla="*/ 155440 h 406008"/>
              <a:gd name="csX171" fmla="*/ 915229 w 7231055"/>
              <a:gd name="csY171" fmla="*/ 149222 h 406008"/>
              <a:gd name="csX172" fmla="*/ 920825 w 7231055"/>
              <a:gd name="csY172" fmla="*/ 140518 h 406008"/>
              <a:gd name="csX173" fmla="*/ 925799 w 7231055"/>
              <a:gd name="csY173" fmla="*/ 146113 h 406008"/>
              <a:gd name="csX174" fmla="*/ 931395 w 7231055"/>
              <a:gd name="csY174" fmla="*/ 140518 h 406008"/>
              <a:gd name="csX175" fmla="*/ 936369 w 7231055"/>
              <a:gd name="csY175" fmla="*/ 143005 h 406008"/>
              <a:gd name="csX176" fmla="*/ 941965 w 7231055"/>
              <a:gd name="csY176" fmla="*/ 147979 h 406008"/>
              <a:gd name="csX177" fmla="*/ 947560 w 7231055"/>
              <a:gd name="csY177" fmla="*/ 162901 h 406008"/>
              <a:gd name="csX178" fmla="*/ 952535 w 7231055"/>
              <a:gd name="csY178" fmla="*/ 143626 h 406008"/>
              <a:gd name="csX179" fmla="*/ 958130 w 7231055"/>
              <a:gd name="csY179" fmla="*/ 133056 h 406008"/>
              <a:gd name="csX180" fmla="*/ 963726 w 7231055"/>
              <a:gd name="csY180" fmla="*/ 144870 h 406008"/>
              <a:gd name="csX181" fmla="*/ 968700 w 7231055"/>
              <a:gd name="csY181" fmla="*/ 147979 h 406008"/>
              <a:gd name="csX182" fmla="*/ 974296 w 7231055"/>
              <a:gd name="csY182" fmla="*/ 154196 h 406008"/>
              <a:gd name="csX183" fmla="*/ 979270 w 7231055"/>
              <a:gd name="csY183" fmla="*/ 172849 h 406008"/>
              <a:gd name="csX184" fmla="*/ 984866 w 7231055"/>
              <a:gd name="csY184" fmla="*/ 143626 h 406008"/>
              <a:gd name="csX185" fmla="*/ 990462 w 7231055"/>
              <a:gd name="csY185" fmla="*/ 189015 h 406008"/>
              <a:gd name="csX186" fmla="*/ 995436 w 7231055"/>
              <a:gd name="csY186" fmla="*/ 131813 h 406008"/>
              <a:gd name="csX187" fmla="*/ 1001032 w 7231055"/>
              <a:gd name="csY187" fmla="*/ 157927 h 406008"/>
              <a:gd name="csX188" fmla="*/ 1006006 w 7231055"/>
              <a:gd name="csY188" fmla="*/ 147979 h 406008"/>
              <a:gd name="csX189" fmla="*/ 1011602 w 7231055"/>
              <a:gd name="csY189" fmla="*/ 140518 h 406008"/>
              <a:gd name="csX190" fmla="*/ 1017198 w 7231055"/>
              <a:gd name="csY190" fmla="*/ 104456 h 406008"/>
              <a:gd name="csX191" fmla="*/ 1022172 w 7231055"/>
              <a:gd name="csY191" fmla="*/ 107564 h 406008"/>
              <a:gd name="csX192" fmla="*/ 1027767 w 7231055"/>
              <a:gd name="csY192" fmla="*/ 56580 h 406008"/>
              <a:gd name="csX193" fmla="*/ 1032742 w 7231055"/>
              <a:gd name="csY193" fmla="*/ 34819 h 406008"/>
              <a:gd name="csX194" fmla="*/ 1038337 w 7231055"/>
              <a:gd name="csY194" fmla="*/ 37306 h 406008"/>
              <a:gd name="csX195" fmla="*/ 1043933 w 7231055"/>
              <a:gd name="csY195" fmla="*/ 24870 h 406008"/>
              <a:gd name="csX196" fmla="*/ 1048907 w 7231055"/>
              <a:gd name="csY196" fmla="*/ 6218 h 406008"/>
              <a:gd name="csX197" fmla="*/ 1054503 w 7231055"/>
              <a:gd name="csY197" fmla="*/ 0 h 406008"/>
              <a:gd name="csX198" fmla="*/ 1059477 w 7231055"/>
              <a:gd name="csY198" fmla="*/ 37927 h 406008"/>
              <a:gd name="csX199" fmla="*/ 1065073 w 7231055"/>
              <a:gd name="csY199" fmla="*/ 166631 h 406008"/>
              <a:gd name="csX200" fmla="*/ 1070669 w 7231055"/>
              <a:gd name="csY200" fmla="*/ 239999 h 406008"/>
              <a:gd name="csX201" fmla="*/ 1075643 w 7231055"/>
              <a:gd name="csY201" fmla="*/ 239377 h 406008"/>
              <a:gd name="csX202" fmla="*/ 1081239 w 7231055"/>
              <a:gd name="csY202" fmla="*/ 171605 h 406008"/>
              <a:gd name="csX203" fmla="*/ 1086834 w 7231055"/>
              <a:gd name="csY203" fmla="*/ 111295 h 406008"/>
              <a:gd name="csX204" fmla="*/ 1091809 w 7231055"/>
              <a:gd name="csY204" fmla="*/ 131813 h 406008"/>
              <a:gd name="csX205" fmla="*/ 1097404 w 7231055"/>
              <a:gd name="csY205" fmla="*/ 108186 h 406008"/>
              <a:gd name="csX206" fmla="*/ 1102378 w 7231055"/>
              <a:gd name="csY206" fmla="*/ 225699 h 406008"/>
              <a:gd name="csX207" fmla="*/ 1107974 w 7231055"/>
              <a:gd name="csY207" fmla="*/ 139896 h 406008"/>
              <a:gd name="csX208" fmla="*/ 1113570 w 7231055"/>
              <a:gd name="csY208" fmla="*/ 88912 h 406008"/>
              <a:gd name="csX209" fmla="*/ 1118544 w 7231055"/>
              <a:gd name="csY209" fmla="*/ 222590 h 406008"/>
              <a:gd name="csX210" fmla="*/ 1124140 w 7231055"/>
              <a:gd name="csY210" fmla="*/ 152331 h 406008"/>
              <a:gd name="csX211" fmla="*/ 1129114 w 7231055"/>
              <a:gd name="csY211" fmla="*/ 91399 h 406008"/>
              <a:gd name="csX212" fmla="*/ 1134710 w 7231055"/>
              <a:gd name="csY212" fmla="*/ 128082 h 406008"/>
              <a:gd name="csX213" fmla="*/ 1140306 w 7231055"/>
              <a:gd name="csY213" fmla="*/ 156062 h 406008"/>
              <a:gd name="csX214" fmla="*/ 1145280 w 7231055"/>
              <a:gd name="csY214" fmla="*/ 188393 h 406008"/>
              <a:gd name="csX215" fmla="*/ 1150876 w 7231055"/>
              <a:gd name="csY215" fmla="*/ 144870 h 406008"/>
              <a:gd name="csX216" fmla="*/ 1155850 w 7231055"/>
              <a:gd name="csY216" fmla="*/ 128704 h 406008"/>
              <a:gd name="csX217" fmla="*/ 1161446 w 7231055"/>
              <a:gd name="csY217" fmla="*/ 131191 h 406008"/>
              <a:gd name="csX218" fmla="*/ 1167042 w 7231055"/>
              <a:gd name="csY218" fmla="*/ 159792 h 406008"/>
              <a:gd name="csX219" fmla="*/ 1172016 w 7231055"/>
              <a:gd name="csY219" fmla="*/ 211398 h 406008"/>
              <a:gd name="csX220" fmla="*/ 1177611 w 7231055"/>
              <a:gd name="csY220" fmla="*/ 50363 h 406008"/>
              <a:gd name="csX221" fmla="*/ 1182585 w 7231055"/>
              <a:gd name="csY221" fmla="*/ 180932 h 406008"/>
              <a:gd name="csX222" fmla="*/ 1188181 w 7231055"/>
              <a:gd name="csY222" fmla="*/ 174714 h 406008"/>
              <a:gd name="csX223" fmla="*/ 1193777 w 7231055"/>
              <a:gd name="csY223" fmla="*/ 98860 h 406008"/>
              <a:gd name="csX224" fmla="*/ 1198751 w 7231055"/>
              <a:gd name="csY224" fmla="*/ 173471 h 406008"/>
              <a:gd name="csX225" fmla="*/ 1204347 w 7231055"/>
              <a:gd name="csY225" fmla="*/ 149844 h 406008"/>
              <a:gd name="csX226" fmla="*/ 1209943 w 7231055"/>
              <a:gd name="csY226" fmla="*/ 129948 h 406008"/>
              <a:gd name="csX227" fmla="*/ 1214917 w 7231055"/>
              <a:gd name="csY227" fmla="*/ 212642 h 406008"/>
              <a:gd name="csX228" fmla="*/ 1220513 w 7231055"/>
              <a:gd name="csY228" fmla="*/ 144248 h 406008"/>
              <a:gd name="csX229" fmla="*/ 1225487 w 7231055"/>
              <a:gd name="csY229" fmla="*/ 111917 h 406008"/>
              <a:gd name="csX230" fmla="*/ 1231083 w 7231055"/>
              <a:gd name="csY230" fmla="*/ 119378 h 406008"/>
              <a:gd name="csX231" fmla="*/ 1236678 w 7231055"/>
              <a:gd name="csY231" fmla="*/ 182175 h 406008"/>
              <a:gd name="csX232" fmla="*/ 1241653 w 7231055"/>
              <a:gd name="csY232" fmla="*/ 159170 h 406008"/>
              <a:gd name="csX233" fmla="*/ 1247248 w 7231055"/>
              <a:gd name="csY233" fmla="*/ 90155 h 406008"/>
              <a:gd name="csX234" fmla="*/ 1252222 w 7231055"/>
              <a:gd name="csY234" fmla="*/ 65906 h 406008"/>
              <a:gd name="csX235" fmla="*/ 1257818 w 7231055"/>
              <a:gd name="csY235" fmla="*/ 180310 h 406008"/>
              <a:gd name="csX236" fmla="*/ 1263414 w 7231055"/>
              <a:gd name="csY236" fmla="*/ 241243 h 406008"/>
              <a:gd name="csX237" fmla="*/ 1268388 w 7231055"/>
              <a:gd name="csY237" fmla="*/ 233781 h 406008"/>
              <a:gd name="csX238" fmla="*/ 1273984 w 7231055"/>
              <a:gd name="csY238" fmla="*/ 176579 h 406008"/>
              <a:gd name="csX239" fmla="*/ 1278958 w 7231055"/>
              <a:gd name="csY239" fmla="*/ 127461 h 406008"/>
              <a:gd name="csX240" fmla="*/ 1284554 w 7231055"/>
              <a:gd name="csY240" fmla="*/ 107564 h 406008"/>
              <a:gd name="csX241" fmla="*/ 1290150 w 7231055"/>
              <a:gd name="csY241" fmla="*/ 73368 h 406008"/>
              <a:gd name="csX242" fmla="*/ 1295124 w 7231055"/>
              <a:gd name="csY242" fmla="*/ 50984 h 406008"/>
              <a:gd name="csX243" fmla="*/ 1300720 w 7231055"/>
              <a:gd name="csY243" fmla="*/ 96994 h 406008"/>
              <a:gd name="csX244" fmla="*/ 1305694 w 7231055"/>
              <a:gd name="csY244" fmla="*/ 154818 h 406008"/>
              <a:gd name="csX245" fmla="*/ 1311289 w 7231055"/>
              <a:gd name="csY245" fmla="*/ 154196 h 406008"/>
              <a:gd name="csX246" fmla="*/ 1316885 w 7231055"/>
              <a:gd name="csY246" fmla="*/ 144870 h 406008"/>
              <a:gd name="csX247" fmla="*/ 1321859 w 7231055"/>
              <a:gd name="csY247" fmla="*/ 140518 h 406008"/>
              <a:gd name="csX248" fmla="*/ 1327455 w 7231055"/>
              <a:gd name="csY248" fmla="*/ 139896 h 406008"/>
              <a:gd name="csX249" fmla="*/ 1333051 w 7231055"/>
              <a:gd name="csY249" fmla="*/ 151088 h 406008"/>
              <a:gd name="csX250" fmla="*/ 1338025 w 7231055"/>
              <a:gd name="csY250" fmla="*/ 168497 h 406008"/>
              <a:gd name="csX251" fmla="*/ 1343621 w 7231055"/>
              <a:gd name="csY251" fmla="*/ 149222 h 406008"/>
              <a:gd name="csX252" fmla="*/ 1348595 w 7231055"/>
              <a:gd name="csY252" fmla="*/ 144870 h 406008"/>
              <a:gd name="csX253" fmla="*/ 1354191 w 7231055"/>
              <a:gd name="csY253" fmla="*/ 151709 h 406008"/>
              <a:gd name="csX254" fmla="*/ 1359787 w 7231055"/>
              <a:gd name="csY254" fmla="*/ 144870 h 406008"/>
              <a:gd name="csX255" fmla="*/ 1364761 w 7231055"/>
              <a:gd name="csY255" fmla="*/ 141761 h 406008"/>
              <a:gd name="csX256" fmla="*/ 1370357 w 7231055"/>
              <a:gd name="csY256" fmla="*/ 140518 h 406008"/>
              <a:gd name="csX257" fmla="*/ 1375331 w 7231055"/>
              <a:gd name="csY257" fmla="*/ 144870 h 406008"/>
              <a:gd name="csX258" fmla="*/ 1380927 w 7231055"/>
              <a:gd name="csY258" fmla="*/ 162901 h 406008"/>
              <a:gd name="csX259" fmla="*/ 1386522 w 7231055"/>
              <a:gd name="csY259" fmla="*/ 128704 h 406008"/>
              <a:gd name="csX260" fmla="*/ 1391496 w 7231055"/>
              <a:gd name="csY260" fmla="*/ 142383 h 406008"/>
              <a:gd name="csX261" fmla="*/ 1397092 w 7231055"/>
              <a:gd name="csY261" fmla="*/ 137409 h 406008"/>
              <a:gd name="csX262" fmla="*/ 1402066 w 7231055"/>
              <a:gd name="csY262" fmla="*/ 88290 h 406008"/>
              <a:gd name="csX263" fmla="*/ 1407662 w 7231055"/>
              <a:gd name="csY263" fmla="*/ 91399 h 406008"/>
              <a:gd name="csX264" fmla="*/ 1413258 w 7231055"/>
              <a:gd name="csY264" fmla="*/ 200206 h 406008"/>
              <a:gd name="csX265" fmla="*/ 1418232 w 7231055"/>
              <a:gd name="csY265" fmla="*/ 173471 h 406008"/>
              <a:gd name="csX266" fmla="*/ 1423828 w 7231055"/>
              <a:gd name="csY266" fmla="*/ 106321 h 406008"/>
              <a:gd name="csX267" fmla="*/ 1428802 w 7231055"/>
              <a:gd name="csY267" fmla="*/ 179688 h 406008"/>
              <a:gd name="csX268" fmla="*/ 1434398 w 7231055"/>
              <a:gd name="csY268" fmla="*/ 77720 h 406008"/>
              <a:gd name="csX269" fmla="*/ 1439994 w 7231055"/>
              <a:gd name="csY269" fmla="*/ 160414 h 406008"/>
              <a:gd name="csX270" fmla="*/ 1444968 w 7231055"/>
              <a:gd name="csY270" fmla="*/ 137409 h 406008"/>
              <a:gd name="csX271" fmla="*/ 1450563 w 7231055"/>
              <a:gd name="csY271" fmla="*/ 138652 h 406008"/>
              <a:gd name="csX272" fmla="*/ 1455538 w 7231055"/>
              <a:gd name="csY272" fmla="*/ 58445 h 406008"/>
              <a:gd name="csX273" fmla="*/ 1461133 w 7231055"/>
              <a:gd name="csY273" fmla="*/ 114404 h 406008"/>
              <a:gd name="csX274" fmla="*/ 1466729 w 7231055"/>
              <a:gd name="csY274" fmla="*/ 83316 h 406008"/>
              <a:gd name="csX275" fmla="*/ 1471703 w 7231055"/>
              <a:gd name="csY275" fmla="*/ 178445 h 406008"/>
              <a:gd name="csX276" fmla="*/ 1477299 w 7231055"/>
              <a:gd name="csY276" fmla="*/ 167253 h 406008"/>
              <a:gd name="csX277" fmla="*/ 1482895 w 7231055"/>
              <a:gd name="csY277" fmla="*/ 130569 h 406008"/>
              <a:gd name="csX278" fmla="*/ 1487869 w 7231055"/>
              <a:gd name="csY278" fmla="*/ 154818 h 406008"/>
              <a:gd name="csX279" fmla="*/ 1493465 w 7231055"/>
              <a:gd name="csY279" fmla="*/ 163523 h 406008"/>
              <a:gd name="csX280" fmla="*/ 1498439 w 7231055"/>
              <a:gd name="csY280" fmla="*/ 138652 h 406008"/>
              <a:gd name="csX281" fmla="*/ 1504035 w 7231055"/>
              <a:gd name="csY281" fmla="*/ 164766 h 406008"/>
              <a:gd name="csX282" fmla="*/ 1509630 w 7231055"/>
              <a:gd name="csY282" fmla="*/ 131191 h 406008"/>
              <a:gd name="csX283" fmla="*/ 1514605 w 7231055"/>
              <a:gd name="csY283" fmla="*/ 164144 h 406008"/>
              <a:gd name="csX284" fmla="*/ 1520200 w 7231055"/>
              <a:gd name="csY284" fmla="*/ 108186 h 406008"/>
              <a:gd name="csX285" fmla="*/ 1525174 w 7231055"/>
              <a:gd name="csY285" fmla="*/ 154196 h 406008"/>
              <a:gd name="csX286" fmla="*/ 1530770 w 7231055"/>
              <a:gd name="csY286" fmla="*/ 148600 h 406008"/>
              <a:gd name="csX287" fmla="*/ 1536366 w 7231055"/>
              <a:gd name="csY287" fmla="*/ 131191 h 406008"/>
              <a:gd name="csX288" fmla="*/ 1541340 w 7231055"/>
              <a:gd name="csY288" fmla="*/ 136787 h 406008"/>
              <a:gd name="csX289" fmla="*/ 1546936 w 7231055"/>
              <a:gd name="csY289" fmla="*/ 151088 h 406008"/>
              <a:gd name="csX290" fmla="*/ 1551910 w 7231055"/>
              <a:gd name="csY290" fmla="*/ 138031 h 406008"/>
              <a:gd name="csX291" fmla="*/ 1557506 w 7231055"/>
              <a:gd name="csY291" fmla="*/ 176579 h 406008"/>
              <a:gd name="csX292" fmla="*/ 1563102 w 7231055"/>
              <a:gd name="csY292" fmla="*/ 152953 h 406008"/>
              <a:gd name="csX293" fmla="*/ 1568076 w 7231055"/>
              <a:gd name="csY293" fmla="*/ 149844 h 406008"/>
              <a:gd name="csX294" fmla="*/ 1573672 w 7231055"/>
              <a:gd name="csY294" fmla="*/ 146735 h 406008"/>
              <a:gd name="csX295" fmla="*/ 1578646 w 7231055"/>
              <a:gd name="csY295" fmla="*/ 143005 h 406008"/>
              <a:gd name="csX296" fmla="*/ 1584242 w 7231055"/>
              <a:gd name="csY296" fmla="*/ 146735 h 406008"/>
              <a:gd name="csX297" fmla="*/ 1589838 w 7231055"/>
              <a:gd name="csY297" fmla="*/ 149844 h 406008"/>
              <a:gd name="csX298" fmla="*/ 1594812 w 7231055"/>
              <a:gd name="csY298" fmla="*/ 146735 h 406008"/>
              <a:gd name="csX299" fmla="*/ 1600407 w 7231055"/>
              <a:gd name="csY299" fmla="*/ 147357 h 406008"/>
              <a:gd name="csX300" fmla="*/ 1606003 w 7231055"/>
              <a:gd name="csY300" fmla="*/ 136787 h 406008"/>
              <a:gd name="csX301" fmla="*/ 1610977 w 7231055"/>
              <a:gd name="csY301" fmla="*/ 108186 h 406008"/>
              <a:gd name="csX302" fmla="*/ 1616573 w 7231055"/>
              <a:gd name="csY302" fmla="*/ 208289 h 406008"/>
              <a:gd name="csX303" fmla="*/ 1621547 w 7231055"/>
              <a:gd name="csY303" fmla="*/ 179067 h 406008"/>
              <a:gd name="csX304" fmla="*/ 1627143 w 7231055"/>
              <a:gd name="csY304" fmla="*/ 147979 h 406008"/>
              <a:gd name="csX305" fmla="*/ 1632739 w 7231055"/>
              <a:gd name="csY305" fmla="*/ 62176 h 406008"/>
              <a:gd name="csX306" fmla="*/ 1637713 w 7231055"/>
              <a:gd name="csY306" fmla="*/ 104456 h 406008"/>
              <a:gd name="csX307" fmla="*/ 1643309 w 7231055"/>
              <a:gd name="csY307" fmla="*/ 157305 h 406008"/>
              <a:gd name="csX308" fmla="*/ 1648283 w 7231055"/>
              <a:gd name="csY308" fmla="*/ 144248 h 406008"/>
              <a:gd name="csX309" fmla="*/ 1653879 w 7231055"/>
              <a:gd name="csY309" fmla="*/ 151709 h 406008"/>
              <a:gd name="csX310" fmla="*/ 1659474 w 7231055"/>
              <a:gd name="csY310" fmla="*/ 145492 h 406008"/>
              <a:gd name="csX311" fmla="*/ 1664449 w 7231055"/>
              <a:gd name="csY311" fmla="*/ 141761 h 406008"/>
              <a:gd name="csX312" fmla="*/ 1670044 w 7231055"/>
              <a:gd name="csY312" fmla="*/ 143005 h 406008"/>
              <a:gd name="csX313" fmla="*/ 1675018 w 7231055"/>
              <a:gd name="csY313" fmla="*/ 150466 h 406008"/>
              <a:gd name="csX314" fmla="*/ 1680614 w 7231055"/>
              <a:gd name="csY314" fmla="*/ 147357 h 406008"/>
              <a:gd name="csX315" fmla="*/ 1686210 w 7231055"/>
              <a:gd name="csY315" fmla="*/ 136165 h 406008"/>
              <a:gd name="csX316" fmla="*/ 1691184 w 7231055"/>
              <a:gd name="csY316" fmla="*/ 146113 h 406008"/>
              <a:gd name="csX317" fmla="*/ 1696780 w 7231055"/>
              <a:gd name="csY317" fmla="*/ 147357 h 406008"/>
              <a:gd name="csX318" fmla="*/ 1701754 w 7231055"/>
              <a:gd name="csY318" fmla="*/ 170984 h 406008"/>
              <a:gd name="csX319" fmla="*/ 1707350 w 7231055"/>
              <a:gd name="csY319" fmla="*/ 154196 h 406008"/>
              <a:gd name="csX320" fmla="*/ 1712946 w 7231055"/>
              <a:gd name="csY320" fmla="*/ 161657 h 406008"/>
              <a:gd name="csX321" fmla="*/ 1717920 w 7231055"/>
              <a:gd name="csY321" fmla="*/ 144870 h 406008"/>
              <a:gd name="csX322" fmla="*/ 1723516 w 7231055"/>
              <a:gd name="csY322" fmla="*/ 86424 h 406008"/>
              <a:gd name="csX323" fmla="*/ 1729111 w 7231055"/>
              <a:gd name="csY323" fmla="*/ 174092 h 406008"/>
              <a:gd name="csX324" fmla="*/ 1734085 w 7231055"/>
              <a:gd name="csY324" fmla="*/ 192123 h 406008"/>
              <a:gd name="csX325" fmla="*/ 1739681 w 7231055"/>
              <a:gd name="csY325" fmla="*/ 179067 h 406008"/>
              <a:gd name="csX326" fmla="*/ 1744655 w 7231055"/>
              <a:gd name="csY326" fmla="*/ 156683 h 406008"/>
              <a:gd name="csX327" fmla="*/ 1750251 w 7231055"/>
              <a:gd name="csY327" fmla="*/ 147357 h 406008"/>
              <a:gd name="csX328" fmla="*/ 1755847 w 7231055"/>
              <a:gd name="csY328" fmla="*/ 97616 h 406008"/>
              <a:gd name="csX329" fmla="*/ 1760821 w 7231055"/>
              <a:gd name="csY329" fmla="*/ 168497 h 406008"/>
              <a:gd name="csX330" fmla="*/ 1766417 w 7231055"/>
              <a:gd name="csY330" fmla="*/ 129326 h 406008"/>
              <a:gd name="csX331" fmla="*/ 1771391 w 7231055"/>
              <a:gd name="csY331" fmla="*/ 142383 h 406008"/>
              <a:gd name="csX332" fmla="*/ 1776987 w 7231055"/>
              <a:gd name="csY332" fmla="*/ 191502 h 406008"/>
              <a:gd name="csX333" fmla="*/ 1782583 w 7231055"/>
              <a:gd name="csY333" fmla="*/ 88290 h 406008"/>
              <a:gd name="csX334" fmla="*/ 1787557 w 7231055"/>
              <a:gd name="csY334" fmla="*/ 133056 h 406008"/>
              <a:gd name="csX335" fmla="*/ 1793153 w 7231055"/>
              <a:gd name="csY335" fmla="*/ 129326 h 406008"/>
              <a:gd name="csX336" fmla="*/ 1798127 w 7231055"/>
              <a:gd name="csY336" fmla="*/ 162279 h 406008"/>
              <a:gd name="csX337" fmla="*/ 1803723 w 7231055"/>
              <a:gd name="csY337" fmla="*/ 144248 h 406008"/>
              <a:gd name="csX338" fmla="*/ 1809318 w 7231055"/>
              <a:gd name="csY338" fmla="*/ 132435 h 406008"/>
              <a:gd name="csX339" fmla="*/ 1814292 w 7231055"/>
              <a:gd name="csY339" fmla="*/ 148600 h 406008"/>
              <a:gd name="csX340" fmla="*/ 1819888 w 7231055"/>
              <a:gd name="csY340" fmla="*/ 149222 h 406008"/>
              <a:gd name="csX341" fmla="*/ 1824862 w 7231055"/>
              <a:gd name="csY341" fmla="*/ 165388 h 406008"/>
              <a:gd name="csX342" fmla="*/ 1830458 w 7231055"/>
              <a:gd name="csY342" fmla="*/ 149222 h 406008"/>
              <a:gd name="csX343" fmla="*/ 1836054 w 7231055"/>
              <a:gd name="csY343" fmla="*/ 140518 h 406008"/>
              <a:gd name="csX344" fmla="*/ 1841028 w 7231055"/>
              <a:gd name="csY344" fmla="*/ 146113 h 406008"/>
              <a:gd name="csX345" fmla="*/ 1846624 w 7231055"/>
              <a:gd name="csY345" fmla="*/ 146113 h 406008"/>
              <a:gd name="csX346" fmla="*/ 1852220 w 7231055"/>
              <a:gd name="csY346" fmla="*/ 156062 h 406008"/>
              <a:gd name="csX347" fmla="*/ 1857194 w 7231055"/>
              <a:gd name="csY347" fmla="*/ 92020 h 406008"/>
              <a:gd name="csX348" fmla="*/ 1862790 w 7231055"/>
              <a:gd name="csY348" fmla="*/ 205180 h 406008"/>
              <a:gd name="csX349" fmla="*/ 1867764 w 7231055"/>
              <a:gd name="csY349" fmla="*/ 150466 h 406008"/>
              <a:gd name="csX350" fmla="*/ 1873359 w 7231055"/>
              <a:gd name="csY350" fmla="*/ 52228 h 406008"/>
              <a:gd name="csX351" fmla="*/ 1878955 w 7231055"/>
              <a:gd name="csY351" fmla="*/ 161657 h 406008"/>
              <a:gd name="csX352" fmla="*/ 1883929 w 7231055"/>
              <a:gd name="csY352" fmla="*/ 167875 h 406008"/>
              <a:gd name="csX353" fmla="*/ 1889525 w 7231055"/>
              <a:gd name="csY353" fmla="*/ 134922 h 406008"/>
              <a:gd name="csX354" fmla="*/ 1894499 w 7231055"/>
              <a:gd name="csY354" fmla="*/ 131191 h 406008"/>
              <a:gd name="csX355" fmla="*/ 1900095 w 7231055"/>
              <a:gd name="csY355" fmla="*/ 157927 h 406008"/>
              <a:gd name="csX356" fmla="*/ 1905691 w 7231055"/>
              <a:gd name="csY356" fmla="*/ 141761 h 406008"/>
              <a:gd name="csX357" fmla="*/ 1910665 w 7231055"/>
              <a:gd name="csY357" fmla="*/ 140518 h 406008"/>
              <a:gd name="csX358" fmla="*/ 1916261 w 7231055"/>
              <a:gd name="csY358" fmla="*/ 152331 h 406008"/>
              <a:gd name="csX359" fmla="*/ 1921235 w 7231055"/>
              <a:gd name="csY359" fmla="*/ 139896 h 406008"/>
              <a:gd name="csX360" fmla="*/ 1926831 w 7231055"/>
              <a:gd name="csY360" fmla="*/ 142383 h 406008"/>
              <a:gd name="csX361" fmla="*/ 1932427 w 7231055"/>
              <a:gd name="csY361" fmla="*/ 167253 h 406008"/>
              <a:gd name="csX362" fmla="*/ 1937401 w 7231055"/>
              <a:gd name="csY362" fmla="*/ 133056 h 406008"/>
              <a:gd name="csX363" fmla="*/ 1942997 w 7231055"/>
              <a:gd name="csY363" fmla="*/ 147979 h 406008"/>
              <a:gd name="csX364" fmla="*/ 1947970 w 7231055"/>
              <a:gd name="csY364" fmla="*/ 135544 h 406008"/>
              <a:gd name="csX365" fmla="*/ 1953566 w 7231055"/>
              <a:gd name="csY365" fmla="*/ 139274 h 406008"/>
              <a:gd name="csX366" fmla="*/ 1959162 w 7231055"/>
              <a:gd name="csY366" fmla="*/ 152331 h 406008"/>
              <a:gd name="csX367" fmla="*/ 1964136 w 7231055"/>
              <a:gd name="csY367" fmla="*/ 158549 h 406008"/>
              <a:gd name="csX368" fmla="*/ 1969732 w 7231055"/>
              <a:gd name="csY368" fmla="*/ 144870 h 406008"/>
              <a:gd name="csX369" fmla="*/ 1975328 w 7231055"/>
              <a:gd name="csY369" fmla="*/ 135544 h 406008"/>
              <a:gd name="csX370" fmla="*/ 1980302 w 7231055"/>
              <a:gd name="csY370" fmla="*/ 136165 h 406008"/>
              <a:gd name="csX371" fmla="*/ 1985898 w 7231055"/>
              <a:gd name="csY371" fmla="*/ 156062 h 406008"/>
              <a:gd name="csX372" fmla="*/ 1990872 w 7231055"/>
              <a:gd name="csY372" fmla="*/ 149844 h 406008"/>
              <a:gd name="csX373" fmla="*/ 1996468 w 7231055"/>
              <a:gd name="csY373" fmla="*/ 138031 h 406008"/>
              <a:gd name="csX374" fmla="*/ 2002064 w 7231055"/>
              <a:gd name="csY374" fmla="*/ 105077 h 406008"/>
              <a:gd name="csX375" fmla="*/ 2007038 w 7231055"/>
              <a:gd name="csY375" fmla="*/ 202072 h 406008"/>
              <a:gd name="csX376" fmla="*/ 2012634 w 7231055"/>
              <a:gd name="csY376" fmla="*/ 260517 h 406008"/>
              <a:gd name="csX377" fmla="*/ 2017608 w 7231055"/>
              <a:gd name="csY377" fmla="*/ 233160 h 406008"/>
              <a:gd name="csX378" fmla="*/ 2023204 w 7231055"/>
              <a:gd name="csY378" fmla="*/ 147979 h 406008"/>
              <a:gd name="csX379" fmla="*/ 2028799 w 7231055"/>
              <a:gd name="csY379" fmla="*/ 113160 h 406008"/>
              <a:gd name="csX380" fmla="*/ 2033773 w 7231055"/>
              <a:gd name="csY380" fmla="*/ 141139 h 406008"/>
              <a:gd name="csX381" fmla="*/ 2039369 w 7231055"/>
              <a:gd name="csY381" fmla="*/ 143005 h 406008"/>
              <a:gd name="csX382" fmla="*/ 2044343 w 7231055"/>
              <a:gd name="csY382" fmla="*/ 146113 h 406008"/>
              <a:gd name="csX383" fmla="*/ 2049939 w 7231055"/>
              <a:gd name="csY383" fmla="*/ 152953 h 406008"/>
              <a:gd name="csX384" fmla="*/ 2055535 w 7231055"/>
              <a:gd name="csY384" fmla="*/ 158549 h 406008"/>
              <a:gd name="csX385" fmla="*/ 2060509 w 7231055"/>
              <a:gd name="csY385" fmla="*/ 190880 h 406008"/>
              <a:gd name="csX386" fmla="*/ 2066105 w 7231055"/>
              <a:gd name="csY386" fmla="*/ 216994 h 406008"/>
              <a:gd name="csX387" fmla="*/ 2071079 w 7231055"/>
              <a:gd name="csY387" fmla="*/ 111917 h 406008"/>
              <a:gd name="csX388" fmla="*/ 2076675 w 7231055"/>
              <a:gd name="csY388" fmla="*/ 88912 h 406008"/>
              <a:gd name="csX389" fmla="*/ 2082271 w 7231055"/>
              <a:gd name="csY389" fmla="*/ 137409 h 406008"/>
              <a:gd name="csX390" fmla="*/ 2087245 w 7231055"/>
              <a:gd name="csY390" fmla="*/ 176579 h 406008"/>
              <a:gd name="csX391" fmla="*/ 2092840 w 7231055"/>
              <a:gd name="csY391" fmla="*/ 204559 h 406008"/>
              <a:gd name="csX392" fmla="*/ 2098436 w 7231055"/>
              <a:gd name="csY392" fmla="*/ 111295 h 406008"/>
              <a:gd name="csX393" fmla="*/ 2103410 w 7231055"/>
              <a:gd name="csY393" fmla="*/ 19896 h 406008"/>
              <a:gd name="csX394" fmla="*/ 2109006 w 7231055"/>
              <a:gd name="csY394" fmla="*/ 198963 h 406008"/>
              <a:gd name="csX395" fmla="*/ 2113980 w 7231055"/>
              <a:gd name="csY395" fmla="*/ 216372 h 406008"/>
              <a:gd name="csX396" fmla="*/ 2119576 w 7231055"/>
              <a:gd name="csY396" fmla="*/ 67772 h 406008"/>
              <a:gd name="csX397" fmla="*/ 2125172 w 7231055"/>
              <a:gd name="csY397" fmla="*/ 104456 h 406008"/>
              <a:gd name="csX398" fmla="*/ 2130146 w 7231055"/>
              <a:gd name="csY398" fmla="*/ 220724 h 406008"/>
              <a:gd name="csX399" fmla="*/ 2135742 w 7231055"/>
              <a:gd name="csY399" fmla="*/ 108808 h 406008"/>
              <a:gd name="csX400" fmla="*/ 2140716 w 7231055"/>
              <a:gd name="csY400" fmla="*/ 124974 h 406008"/>
              <a:gd name="csX401" fmla="*/ 2146312 w 7231055"/>
              <a:gd name="csY401" fmla="*/ 164144 h 406008"/>
              <a:gd name="csX402" fmla="*/ 2151907 w 7231055"/>
              <a:gd name="csY402" fmla="*/ 70259 h 406008"/>
              <a:gd name="csX403" fmla="*/ 2156882 w 7231055"/>
              <a:gd name="csY403" fmla="*/ 180310 h 406008"/>
              <a:gd name="csX404" fmla="*/ 2162477 w 7231055"/>
              <a:gd name="csY404" fmla="*/ 139274 h 406008"/>
              <a:gd name="csX405" fmla="*/ 2167451 w 7231055"/>
              <a:gd name="csY405" fmla="*/ 128704 h 406008"/>
              <a:gd name="csX406" fmla="*/ 2173047 w 7231055"/>
              <a:gd name="csY406" fmla="*/ 159792 h 406008"/>
              <a:gd name="csX407" fmla="*/ 2178643 w 7231055"/>
              <a:gd name="csY407" fmla="*/ 154818 h 406008"/>
              <a:gd name="csX408" fmla="*/ 2183617 w 7231055"/>
              <a:gd name="csY408" fmla="*/ 147357 h 406008"/>
              <a:gd name="csX409" fmla="*/ 2189213 w 7231055"/>
              <a:gd name="csY409" fmla="*/ 147979 h 406008"/>
              <a:gd name="csX410" fmla="*/ 2194187 w 7231055"/>
              <a:gd name="csY410" fmla="*/ 147979 h 406008"/>
              <a:gd name="csX411" fmla="*/ 2199783 w 7231055"/>
              <a:gd name="csY411" fmla="*/ 144870 h 406008"/>
              <a:gd name="csX412" fmla="*/ 2205379 w 7231055"/>
              <a:gd name="csY412" fmla="*/ 141761 h 406008"/>
              <a:gd name="csX413" fmla="*/ 2210353 w 7231055"/>
              <a:gd name="csY413" fmla="*/ 150466 h 406008"/>
              <a:gd name="csX414" fmla="*/ 2215949 w 7231055"/>
              <a:gd name="csY414" fmla="*/ 145492 h 406008"/>
              <a:gd name="csX415" fmla="*/ 2221544 w 7231055"/>
              <a:gd name="csY415" fmla="*/ 149844 h 406008"/>
              <a:gd name="csX416" fmla="*/ 2226518 w 7231055"/>
              <a:gd name="csY416" fmla="*/ 148600 h 406008"/>
              <a:gd name="csX417" fmla="*/ 2232114 w 7231055"/>
              <a:gd name="csY417" fmla="*/ 147979 h 406008"/>
              <a:gd name="csX418" fmla="*/ 2237088 w 7231055"/>
              <a:gd name="csY418" fmla="*/ 144870 h 406008"/>
              <a:gd name="csX419" fmla="*/ 2242684 w 7231055"/>
              <a:gd name="csY419" fmla="*/ 147979 h 406008"/>
              <a:gd name="csX420" fmla="*/ 2248280 w 7231055"/>
              <a:gd name="csY420" fmla="*/ 152953 h 406008"/>
              <a:gd name="csX421" fmla="*/ 2253254 w 7231055"/>
              <a:gd name="csY421" fmla="*/ 119378 h 406008"/>
              <a:gd name="csX422" fmla="*/ 2258850 w 7231055"/>
              <a:gd name="csY422" fmla="*/ 159792 h 406008"/>
              <a:gd name="csX423" fmla="*/ 2263824 w 7231055"/>
              <a:gd name="csY423" fmla="*/ 138652 h 406008"/>
              <a:gd name="csX424" fmla="*/ 2269420 w 7231055"/>
              <a:gd name="csY424" fmla="*/ 203315 h 406008"/>
              <a:gd name="csX425" fmla="*/ 2275016 w 7231055"/>
              <a:gd name="csY425" fmla="*/ 187149 h 406008"/>
              <a:gd name="csX426" fmla="*/ 2279990 w 7231055"/>
              <a:gd name="csY426" fmla="*/ 132435 h 406008"/>
              <a:gd name="csX427" fmla="*/ 2285586 w 7231055"/>
              <a:gd name="csY427" fmla="*/ 206424 h 406008"/>
              <a:gd name="csX428" fmla="*/ 2290560 w 7231055"/>
              <a:gd name="csY428" fmla="*/ 110051 h 406008"/>
              <a:gd name="csX429" fmla="*/ 2296156 w 7231055"/>
              <a:gd name="csY429" fmla="*/ 182175 h 406008"/>
              <a:gd name="csX430" fmla="*/ 2301752 w 7231055"/>
              <a:gd name="csY430" fmla="*/ 126217 h 406008"/>
              <a:gd name="csX431" fmla="*/ 2306725 w 7231055"/>
              <a:gd name="csY431" fmla="*/ 141761 h 406008"/>
              <a:gd name="csX432" fmla="*/ 2312321 w 7231055"/>
              <a:gd name="csY432" fmla="*/ 141761 h 406008"/>
              <a:gd name="csX433" fmla="*/ 2317295 w 7231055"/>
              <a:gd name="csY433" fmla="*/ 121865 h 406008"/>
              <a:gd name="csX434" fmla="*/ 2322891 w 7231055"/>
              <a:gd name="csY434" fmla="*/ 189015 h 406008"/>
              <a:gd name="csX435" fmla="*/ 2328487 w 7231055"/>
              <a:gd name="csY435" fmla="*/ 137409 h 406008"/>
              <a:gd name="csX436" fmla="*/ 2333461 w 7231055"/>
              <a:gd name="csY436" fmla="*/ 147357 h 406008"/>
              <a:gd name="csX437" fmla="*/ 2339057 w 7231055"/>
              <a:gd name="csY437" fmla="*/ 184041 h 406008"/>
              <a:gd name="csX438" fmla="*/ 2344031 w 7231055"/>
              <a:gd name="csY438" fmla="*/ 122487 h 406008"/>
              <a:gd name="csX439" fmla="*/ 2349627 w 7231055"/>
              <a:gd name="csY439" fmla="*/ 158549 h 406008"/>
              <a:gd name="csX440" fmla="*/ 2355223 w 7231055"/>
              <a:gd name="csY440" fmla="*/ 179688 h 406008"/>
              <a:gd name="csX441" fmla="*/ 2360197 w 7231055"/>
              <a:gd name="csY441" fmla="*/ 120621 h 406008"/>
              <a:gd name="csX442" fmla="*/ 2365793 w 7231055"/>
              <a:gd name="csY442" fmla="*/ 134300 h 406008"/>
              <a:gd name="csX443" fmla="*/ 2371389 w 7231055"/>
              <a:gd name="csY443" fmla="*/ 175336 h 406008"/>
              <a:gd name="csX444" fmla="*/ 2376363 w 7231055"/>
              <a:gd name="csY444" fmla="*/ 152953 h 406008"/>
              <a:gd name="csX445" fmla="*/ 2381958 w 7231055"/>
              <a:gd name="csY445" fmla="*/ 119378 h 406008"/>
              <a:gd name="csX446" fmla="*/ 2386933 w 7231055"/>
              <a:gd name="csY446" fmla="*/ 150466 h 406008"/>
              <a:gd name="csX447" fmla="*/ 2392528 w 7231055"/>
              <a:gd name="csY447" fmla="*/ 175958 h 406008"/>
              <a:gd name="csX448" fmla="*/ 2398124 w 7231055"/>
              <a:gd name="csY448" fmla="*/ 121865 h 406008"/>
              <a:gd name="csX449" fmla="*/ 2403098 w 7231055"/>
              <a:gd name="csY449" fmla="*/ 77720 h 406008"/>
              <a:gd name="csX450" fmla="*/ 2408694 w 7231055"/>
              <a:gd name="csY450" fmla="*/ 172849 h 406008"/>
              <a:gd name="csX451" fmla="*/ 2413668 w 7231055"/>
              <a:gd name="csY451" fmla="*/ 140518 h 406008"/>
              <a:gd name="csX452" fmla="*/ 2419264 w 7231055"/>
              <a:gd name="csY452" fmla="*/ 87046 h 406008"/>
              <a:gd name="csX453" fmla="*/ 2424860 w 7231055"/>
              <a:gd name="csY453" fmla="*/ 129948 h 406008"/>
              <a:gd name="csX454" fmla="*/ 2429834 w 7231055"/>
              <a:gd name="csY454" fmla="*/ 125595 h 406008"/>
              <a:gd name="csX455" fmla="*/ 2435430 w 7231055"/>
              <a:gd name="csY455" fmla="*/ 220724 h 406008"/>
              <a:gd name="csX456" fmla="*/ 2440404 w 7231055"/>
              <a:gd name="csY456" fmla="*/ 138652 h 406008"/>
              <a:gd name="csX457" fmla="*/ 2446000 w 7231055"/>
              <a:gd name="csY457" fmla="*/ 166631 h 406008"/>
              <a:gd name="csX458" fmla="*/ 2451595 w 7231055"/>
              <a:gd name="csY458" fmla="*/ 207667 h 406008"/>
              <a:gd name="csX459" fmla="*/ 2456569 w 7231055"/>
              <a:gd name="csY459" fmla="*/ 124352 h 406008"/>
              <a:gd name="csX460" fmla="*/ 2462165 w 7231055"/>
              <a:gd name="csY460" fmla="*/ 136165 h 406008"/>
              <a:gd name="csX461" fmla="*/ 2467139 w 7231055"/>
              <a:gd name="csY461" fmla="*/ 236890 h 406008"/>
              <a:gd name="csX462" fmla="*/ 2472735 w 7231055"/>
              <a:gd name="csY462" fmla="*/ 89533 h 406008"/>
              <a:gd name="csX463" fmla="*/ 2478331 w 7231055"/>
              <a:gd name="csY463" fmla="*/ 156062 h 406008"/>
              <a:gd name="csX464" fmla="*/ 2483305 w 7231055"/>
              <a:gd name="csY464" fmla="*/ 89533 h 406008"/>
              <a:gd name="csX465" fmla="*/ 2488901 w 7231055"/>
              <a:gd name="csY465" fmla="*/ 115647 h 406008"/>
              <a:gd name="csX466" fmla="*/ 2494497 w 7231055"/>
              <a:gd name="csY466" fmla="*/ 130569 h 406008"/>
              <a:gd name="csX467" fmla="*/ 2499471 w 7231055"/>
              <a:gd name="csY467" fmla="*/ 164766 h 406008"/>
              <a:gd name="csX468" fmla="*/ 2505067 w 7231055"/>
              <a:gd name="csY468" fmla="*/ 70880 h 406008"/>
              <a:gd name="csX469" fmla="*/ 2510041 w 7231055"/>
              <a:gd name="csY469" fmla="*/ 163523 h 406008"/>
              <a:gd name="csX470" fmla="*/ 2515636 w 7231055"/>
              <a:gd name="csY470" fmla="*/ 138031 h 406008"/>
              <a:gd name="csX471" fmla="*/ 2521232 w 7231055"/>
              <a:gd name="csY471" fmla="*/ 286009 h 406008"/>
              <a:gd name="csX472" fmla="*/ 2526206 w 7231055"/>
              <a:gd name="csY472" fmla="*/ 235025 h 406008"/>
              <a:gd name="csX473" fmla="*/ 2531802 w 7231055"/>
              <a:gd name="csY473" fmla="*/ 121243 h 406008"/>
              <a:gd name="csX474" fmla="*/ 2536776 w 7231055"/>
              <a:gd name="csY474" fmla="*/ 111917 h 406008"/>
              <a:gd name="csX475" fmla="*/ 2542372 w 7231055"/>
              <a:gd name="csY475" fmla="*/ 141761 h 406008"/>
              <a:gd name="csX476" fmla="*/ 2547968 w 7231055"/>
              <a:gd name="csY476" fmla="*/ 136165 h 406008"/>
              <a:gd name="csX477" fmla="*/ 2552942 w 7231055"/>
              <a:gd name="csY477" fmla="*/ 96373 h 406008"/>
              <a:gd name="csX478" fmla="*/ 2558538 w 7231055"/>
              <a:gd name="csY478" fmla="*/ 179688 h 406008"/>
              <a:gd name="csX479" fmla="*/ 2563512 w 7231055"/>
              <a:gd name="csY479" fmla="*/ 106321 h 406008"/>
              <a:gd name="csX480" fmla="*/ 2569108 w 7231055"/>
              <a:gd name="csY480" fmla="*/ 154818 h 406008"/>
              <a:gd name="csX481" fmla="*/ 2574703 w 7231055"/>
              <a:gd name="csY481" fmla="*/ 143005 h 406008"/>
              <a:gd name="csX482" fmla="*/ 2579678 w 7231055"/>
              <a:gd name="csY482" fmla="*/ 153575 h 406008"/>
              <a:gd name="csX483" fmla="*/ 2585273 w 7231055"/>
              <a:gd name="csY483" fmla="*/ 145492 h 406008"/>
              <a:gd name="csX484" fmla="*/ 2590247 w 7231055"/>
              <a:gd name="csY484" fmla="*/ 144248 h 406008"/>
              <a:gd name="csX485" fmla="*/ 2595843 w 7231055"/>
              <a:gd name="csY485" fmla="*/ 146735 h 406008"/>
              <a:gd name="csX486" fmla="*/ 2601439 w 7231055"/>
              <a:gd name="csY486" fmla="*/ 146113 h 406008"/>
              <a:gd name="csX487" fmla="*/ 2606413 w 7231055"/>
              <a:gd name="csY487" fmla="*/ 149222 h 406008"/>
              <a:gd name="csX488" fmla="*/ 2612009 w 7231055"/>
              <a:gd name="csY488" fmla="*/ 149844 h 406008"/>
              <a:gd name="csX489" fmla="*/ 2617605 w 7231055"/>
              <a:gd name="csY489" fmla="*/ 146735 h 406008"/>
              <a:gd name="csX490" fmla="*/ 2622579 w 7231055"/>
              <a:gd name="csY490" fmla="*/ 143626 h 406008"/>
              <a:gd name="csX491" fmla="*/ 2628175 w 7231055"/>
              <a:gd name="csY491" fmla="*/ 144248 h 406008"/>
              <a:gd name="csX492" fmla="*/ 2633149 w 7231055"/>
              <a:gd name="csY492" fmla="*/ 144248 h 406008"/>
              <a:gd name="csX493" fmla="*/ 2638745 w 7231055"/>
              <a:gd name="csY493" fmla="*/ 146113 h 406008"/>
              <a:gd name="csX494" fmla="*/ 2644340 w 7231055"/>
              <a:gd name="csY494" fmla="*/ 142383 h 406008"/>
              <a:gd name="csX495" fmla="*/ 2649314 w 7231055"/>
              <a:gd name="csY495" fmla="*/ 151709 h 406008"/>
              <a:gd name="csX496" fmla="*/ 2654910 w 7231055"/>
              <a:gd name="csY496" fmla="*/ 151709 h 406008"/>
              <a:gd name="csX497" fmla="*/ 2659884 w 7231055"/>
              <a:gd name="csY497" fmla="*/ 149222 h 406008"/>
              <a:gd name="csX498" fmla="*/ 2665480 w 7231055"/>
              <a:gd name="csY498" fmla="*/ 143005 h 406008"/>
              <a:gd name="csX499" fmla="*/ 2671076 w 7231055"/>
              <a:gd name="csY499" fmla="*/ 146735 h 406008"/>
              <a:gd name="csX500" fmla="*/ 2676050 w 7231055"/>
              <a:gd name="csY500" fmla="*/ 141139 h 406008"/>
              <a:gd name="csX501" fmla="*/ 2681646 w 7231055"/>
              <a:gd name="csY501" fmla="*/ 144248 h 406008"/>
              <a:gd name="csX502" fmla="*/ 2686620 w 7231055"/>
              <a:gd name="csY502" fmla="*/ 141761 h 406008"/>
              <a:gd name="csX503" fmla="*/ 2692216 w 7231055"/>
              <a:gd name="csY503" fmla="*/ 147357 h 406008"/>
              <a:gd name="csX504" fmla="*/ 2697812 w 7231055"/>
              <a:gd name="csY504" fmla="*/ 147357 h 406008"/>
              <a:gd name="csX505" fmla="*/ 2702786 w 7231055"/>
              <a:gd name="csY505" fmla="*/ 146735 h 406008"/>
              <a:gd name="csX506" fmla="*/ 2708382 w 7231055"/>
              <a:gd name="csY506" fmla="*/ 141761 h 406008"/>
              <a:gd name="csX507" fmla="*/ 2713356 w 7231055"/>
              <a:gd name="csY507" fmla="*/ 147357 h 406008"/>
              <a:gd name="csX508" fmla="*/ 2718952 w 7231055"/>
              <a:gd name="csY508" fmla="*/ 145492 h 406008"/>
              <a:gd name="csX509" fmla="*/ 2724548 w 7231055"/>
              <a:gd name="csY509" fmla="*/ 146735 h 406008"/>
              <a:gd name="csX510" fmla="*/ 2729522 w 7231055"/>
              <a:gd name="csY510" fmla="*/ 151709 h 406008"/>
              <a:gd name="csX511" fmla="*/ 2735118 w 7231055"/>
              <a:gd name="csY511" fmla="*/ 144870 h 406008"/>
              <a:gd name="csX512" fmla="*/ 2740713 w 7231055"/>
              <a:gd name="csY512" fmla="*/ 149844 h 406008"/>
              <a:gd name="csX513" fmla="*/ 2745687 w 7231055"/>
              <a:gd name="csY513" fmla="*/ 146735 h 406008"/>
              <a:gd name="csX514" fmla="*/ 2751283 w 7231055"/>
              <a:gd name="csY514" fmla="*/ 143626 h 406008"/>
              <a:gd name="csX515" fmla="*/ 2756257 w 7231055"/>
              <a:gd name="csY515" fmla="*/ 146113 h 406008"/>
              <a:gd name="csX516" fmla="*/ 2761853 w 7231055"/>
              <a:gd name="csY516" fmla="*/ 144870 h 406008"/>
              <a:gd name="csX517" fmla="*/ 2767449 w 7231055"/>
              <a:gd name="csY517" fmla="*/ 145492 h 406008"/>
              <a:gd name="csX518" fmla="*/ 2772423 w 7231055"/>
              <a:gd name="csY518" fmla="*/ 146735 h 406008"/>
              <a:gd name="csX519" fmla="*/ 2778019 w 7231055"/>
              <a:gd name="csY519" fmla="*/ 149222 h 406008"/>
              <a:gd name="csX520" fmla="*/ 2782993 w 7231055"/>
              <a:gd name="csY520" fmla="*/ 151709 h 406008"/>
              <a:gd name="csX521" fmla="*/ 2788589 w 7231055"/>
              <a:gd name="csY521" fmla="*/ 143005 h 406008"/>
              <a:gd name="csX522" fmla="*/ 2794185 w 7231055"/>
              <a:gd name="csY522" fmla="*/ 136787 h 406008"/>
              <a:gd name="csX523" fmla="*/ 2799159 w 7231055"/>
              <a:gd name="csY523" fmla="*/ 149844 h 406008"/>
              <a:gd name="csX524" fmla="*/ 2804754 w 7231055"/>
              <a:gd name="csY524" fmla="*/ 147979 h 406008"/>
              <a:gd name="csX525" fmla="*/ 2809729 w 7231055"/>
              <a:gd name="csY525" fmla="*/ 147357 h 406008"/>
              <a:gd name="csX526" fmla="*/ 2815324 w 7231055"/>
              <a:gd name="csY526" fmla="*/ 142383 h 406008"/>
              <a:gd name="csX527" fmla="*/ 2820920 w 7231055"/>
              <a:gd name="csY527" fmla="*/ 127461 h 406008"/>
              <a:gd name="csX528" fmla="*/ 2825894 w 7231055"/>
              <a:gd name="csY528" fmla="*/ 138031 h 406008"/>
              <a:gd name="csX529" fmla="*/ 2831490 w 7231055"/>
              <a:gd name="csY529" fmla="*/ 272952 h 406008"/>
              <a:gd name="csX530" fmla="*/ 2836464 w 7231055"/>
              <a:gd name="csY530" fmla="*/ 138652 h 406008"/>
              <a:gd name="csX531" fmla="*/ 2842060 w 7231055"/>
              <a:gd name="csY531" fmla="*/ 336372 h 406008"/>
              <a:gd name="csX532" fmla="*/ 2847656 w 7231055"/>
              <a:gd name="csY532" fmla="*/ 90777 h 406008"/>
              <a:gd name="csX533" fmla="*/ 2852630 w 7231055"/>
              <a:gd name="csY533" fmla="*/ 363729 h 406008"/>
              <a:gd name="csX534" fmla="*/ 2858226 w 7231055"/>
              <a:gd name="csY534" fmla="*/ 188393 h 406008"/>
              <a:gd name="csX535" fmla="*/ 2863821 w 7231055"/>
              <a:gd name="csY535" fmla="*/ 116269 h 406008"/>
              <a:gd name="csX536" fmla="*/ 2868796 w 7231055"/>
              <a:gd name="csY536" fmla="*/ 183419 h 406008"/>
              <a:gd name="csX537" fmla="*/ 2874391 w 7231055"/>
              <a:gd name="csY537" fmla="*/ 92020 h 406008"/>
              <a:gd name="csX538" fmla="*/ 2879365 w 7231055"/>
              <a:gd name="csY538" fmla="*/ 136165 h 406008"/>
              <a:gd name="csX539" fmla="*/ 2884961 w 7231055"/>
              <a:gd name="csY539" fmla="*/ 120000 h 406008"/>
              <a:gd name="csX540" fmla="*/ 2890557 w 7231055"/>
              <a:gd name="csY540" fmla="*/ 173471 h 406008"/>
              <a:gd name="csX541" fmla="*/ 2895531 w 7231055"/>
              <a:gd name="csY541" fmla="*/ 212642 h 406008"/>
              <a:gd name="csX542" fmla="*/ 2901127 w 7231055"/>
              <a:gd name="csY542" fmla="*/ 254299 h 406008"/>
              <a:gd name="csX543" fmla="*/ 2906101 w 7231055"/>
              <a:gd name="csY543" fmla="*/ 233160 h 406008"/>
              <a:gd name="csX544" fmla="*/ 2911697 w 7231055"/>
              <a:gd name="csY544" fmla="*/ 233160 h 406008"/>
              <a:gd name="csX545" fmla="*/ 2917293 w 7231055"/>
              <a:gd name="csY545" fmla="*/ 226320 h 406008"/>
              <a:gd name="csX546" fmla="*/ 2922267 w 7231055"/>
              <a:gd name="csY546" fmla="*/ 196476 h 406008"/>
              <a:gd name="csX547" fmla="*/ 2927863 w 7231055"/>
              <a:gd name="csY547" fmla="*/ 192745 h 406008"/>
              <a:gd name="csX548" fmla="*/ 2932837 w 7231055"/>
              <a:gd name="csY548" fmla="*/ 172227 h 406008"/>
              <a:gd name="csX549" fmla="*/ 2938432 w 7231055"/>
              <a:gd name="csY549" fmla="*/ 32953 h 406008"/>
              <a:gd name="csX550" fmla="*/ 2944028 w 7231055"/>
              <a:gd name="csY550" fmla="*/ 117512 h 406008"/>
              <a:gd name="csX551" fmla="*/ 2949002 w 7231055"/>
              <a:gd name="csY551" fmla="*/ 259895 h 406008"/>
              <a:gd name="csX552" fmla="*/ 2954598 w 7231055"/>
              <a:gd name="csY552" fmla="*/ 152953 h 406008"/>
              <a:gd name="csX553" fmla="*/ 2959572 w 7231055"/>
              <a:gd name="csY553" fmla="*/ 221346 h 406008"/>
              <a:gd name="csX554" fmla="*/ 2965168 w 7231055"/>
              <a:gd name="csY554" fmla="*/ 166631 h 406008"/>
              <a:gd name="csX555" fmla="*/ 2970764 w 7231055"/>
              <a:gd name="csY555" fmla="*/ 92642 h 406008"/>
              <a:gd name="csX556" fmla="*/ 2975738 w 7231055"/>
              <a:gd name="csY556" fmla="*/ 94507 h 406008"/>
              <a:gd name="csX557" fmla="*/ 2981334 w 7231055"/>
              <a:gd name="csY557" fmla="*/ 139274 h 406008"/>
              <a:gd name="csX558" fmla="*/ 2986930 w 7231055"/>
              <a:gd name="csY558" fmla="*/ 157305 h 406008"/>
              <a:gd name="csX559" fmla="*/ 2991904 w 7231055"/>
              <a:gd name="csY559" fmla="*/ 200828 h 406008"/>
              <a:gd name="csX560" fmla="*/ 2997499 w 7231055"/>
              <a:gd name="csY560" fmla="*/ 160414 h 406008"/>
              <a:gd name="csX561" fmla="*/ 3002474 w 7231055"/>
              <a:gd name="csY561" fmla="*/ 182797 h 406008"/>
              <a:gd name="csX562" fmla="*/ 3008069 w 7231055"/>
              <a:gd name="csY562" fmla="*/ 122487 h 406008"/>
              <a:gd name="csX563" fmla="*/ 3013665 w 7231055"/>
              <a:gd name="csY563" fmla="*/ 97616 h 406008"/>
              <a:gd name="csX564" fmla="*/ 3018639 w 7231055"/>
              <a:gd name="csY564" fmla="*/ 158549 h 406008"/>
              <a:gd name="csX565" fmla="*/ 3024235 w 7231055"/>
              <a:gd name="csY565" fmla="*/ 105699 h 406008"/>
              <a:gd name="csX566" fmla="*/ 3029209 w 7231055"/>
              <a:gd name="csY566" fmla="*/ 134300 h 406008"/>
              <a:gd name="csX567" fmla="*/ 3034805 w 7231055"/>
              <a:gd name="csY567" fmla="*/ 147357 h 406008"/>
              <a:gd name="csX568" fmla="*/ 3040401 w 7231055"/>
              <a:gd name="csY568" fmla="*/ 108808 h 406008"/>
              <a:gd name="csX569" fmla="*/ 3045375 w 7231055"/>
              <a:gd name="csY569" fmla="*/ 211398 h 406008"/>
              <a:gd name="csX570" fmla="*/ 3050971 w 7231055"/>
              <a:gd name="csY570" fmla="*/ 216994 h 406008"/>
              <a:gd name="csX571" fmla="*/ 3055945 w 7231055"/>
              <a:gd name="csY571" fmla="*/ 116269 h 406008"/>
              <a:gd name="csX572" fmla="*/ 3061541 w 7231055"/>
              <a:gd name="csY572" fmla="*/ 25492 h 406008"/>
              <a:gd name="csX573" fmla="*/ 3067137 w 7231055"/>
              <a:gd name="csY573" fmla="*/ 118134 h 406008"/>
              <a:gd name="csX574" fmla="*/ 3072111 w 7231055"/>
              <a:gd name="csY574" fmla="*/ 131813 h 406008"/>
              <a:gd name="csX575" fmla="*/ 3077706 w 7231055"/>
              <a:gd name="csY575" fmla="*/ 91399 h 406008"/>
              <a:gd name="csX576" fmla="*/ 3082680 w 7231055"/>
              <a:gd name="csY576" fmla="*/ 179688 h 406008"/>
              <a:gd name="csX577" fmla="*/ 3088276 w 7231055"/>
              <a:gd name="csY577" fmla="*/ 132435 h 406008"/>
              <a:gd name="csX578" fmla="*/ 3093872 w 7231055"/>
              <a:gd name="csY578" fmla="*/ 181554 h 406008"/>
              <a:gd name="csX579" fmla="*/ 3098846 w 7231055"/>
              <a:gd name="csY579" fmla="*/ 205180 h 406008"/>
              <a:gd name="csX580" fmla="*/ 3104442 w 7231055"/>
              <a:gd name="csY580" fmla="*/ 147979 h 406008"/>
              <a:gd name="csX581" fmla="*/ 3110038 w 7231055"/>
              <a:gd name="csY581" fmla="*/ 184041 h 406008"/>
              <a:gd name="csX582" fmla="*/ 3115012 w 7231055"/>
              <a:gd name="csY582" fmla="*/ 123730 h 406008"/>
              <a:gd name="csX583" fmla="*/ 3120608 w 7231055"/>
              <a:gd name="csY583" fmla="*/ 183419 h 406008"/>
              <a:gd name="csX584" fmla="*/ 3125582 w 7231055"/>
              <a:gd name="csY584" fmla="*/ 190880 h 406008"/>
              <a:gd name="csX585" fmla="*/ 3131178 w 7231055"/>
              <a:gd name="csY585" fmla="*/ 128704 h 406008"/>
              <a:gd name="csX586" fmla="*/ 3136774 w 7231055"/>
              <a:gd name="csY586" fmla="*/ 141139 h 406008"/>
              <a:gd name="csX587" fmla="*/ 3141748 w 7231055"/>
              <a:gd name="csY587" fmla="*/ 134922 h 406008"/>
              <a:gd name="csX588" fmla="*/ 3147344 w 7231055"/>
              <a:gd name="csY588" fmla="*/ 159792 h 406008"/>
              <a:gd name="csX589" fmla="*/ 3152318 w 7231055"/>
              <a:gd name="csY589" fmla="*/ 137409 h 406008"/>
              <a:gd name="csX590" fmla="*/ 3157914 w 7231055"/>
              <a:gd name="csY590" fmla="*/ 127461 h 406008"/>
              <a:gd name="csX591" fmla="*/ 3163509 w 7231055"/>
              <a:gd name="csY591" fmla="*/ 153575 h 406008"/>
              <a:gd name="csX592" fmla="*/ 3168483 w 7231055"/>
              <a:gd name="csY592" fmla="*/ 170362 h 406008"/>
              <a:gd name="csX593" fmla="*/ 3174079 w 7231055"/>
              <a:gd name="csY593" fmla="*/ 105077 h 406008"/>
              <a:gd name="csX594" fmla="*/ 3179053 w 7231055"/>
              <a:gd name="csY594" fmla="*/ 34819 h 406008"/>
              <a:gd name="csX595" fmla="*/ 3184649 w 7231055"/>
              <a:gd name="csY595" fmla="*/ 182797 h 406008"/>
              <a:gd name="csX596" fmla="*/ 3190245 w 7231055"/>
              <a:gd name="csY596" fmla="*/ 184662 h 406008"/>
              <a:gd name="csX597" fmla="*/ 3195219 w 7231055"/>
              <a:gd name="csY597" fmla="*/ 234403 h 406008"/>
              <a:gd name="csX598" fmla="*/ 3200815 w 7231055"/>
              <a:gd name="csY598" fmla="*/ 162901 h 406008"/>
              <a:gd name="csX599" fmla="*/ 3205789 w 7231055"/>
              <a:gd name="csY599" fmla="*/ 34819 h 406008"/>
              <a:gd name="csX600" fmla="*/ 3211385 w 7231055"/>
              <a:gd name="csY600" fmla="*/ 69637 h 406008"/>
              <a:gd name="csX601" fmla="*/ 3216981 w 7231055"/>
              <a:gd name="csY601" fmla="*/ 72746 h 406008"/>
              <a:gd name="csX602" fmla="*/ 3221955 w 7231055"/>
              <a:gd name="csY602" fmla="*/ 175958 h 406008"/>
              <a:gd name="csX603" fmla="*/ 3227550 w 7231055"/>
              <a:gd name="csY603" fmla="*/ 152331 h 406008"/>
              <a:gd name="csX604" fmla="*/ 3232525 w 7231055"/>
              <a:gd name="csY604" fmla="*/ 103834 h 406008"/>
              <a:gd name="csX605" fmla="*/ 3238120 w 7231055"/>
              <a:gd name="csY605" fmla="*/ 144248 h 406008"/>
              <a:gd name="csX606" fmla="*/ 3243716 w 7231055"/>
              <a:gd name="csY606" fmla="*/ 139274 h 406008"/>
              <a:gd name="csX607" fmla="*/ 3248690 w 7231055"/>
              <a:gd name="csY607" fmla="*/ 82072 h 406008"/>
              <a:gd name="csX608" fmla="*/ 3254286 w 7231055"/>
              <a:gd name="csY608" fmla="*/ 229429 h 406008"/>
              <a:gd name="csX609" fmla="*/ 3259882 w 7231055"/>
              <a:gd name="csY609" fmla="*/ 193367 h 406008"/>
              <a:gd name="csX610" fmla="*/ 3264856 w 7231055"/>
              <a:gd name="csY610" fmla="*/ 59067 h 406008"/>
              <a:gd name="csX611" fmla="*/ 3270452 w 7231055"/>
              <a:gd name="csY611" fmla="*/ 94507 h 406008"/>
              <a:gd name="csX612" fmla="*/ 3275426 w 7231055"/>
              <a:gd name="csY612" fmla="*/ 156062 h 406008"/>
              <a:gd name="csX613" fmla="*/ 3281022 w 7231055"/>
              <a:gd name="csY613" fmla="*/ 217616 h 406008"/>
              <a:gd name="csX614" fmla="*/ 3286617 w 7231055"/>
              <a:gd name="csY614" fmla="*/ 216372 h 406008"/>
              <a:gd name="csX615" fmla="*/ 3291592 w 7231055"/>
              <a:gd name="csY615" fmla="*/ 187771 h 406008"/>
              <a:gd name="csX616" fmla="*/ 3297187 w 7231055"/>
              <a:gd name="csY616" fmla="*/ 149844 h 406008"/>
              <a:gd name="csX617" fmla="*/ 3302161 w 7231055"/>
              <a:gd name="csY617" fmla="*/ 78342 h 406008"/>
              <a:gd name="csX618" fmla="*/ 3307757 w 7231055"/>
              <a:gd name="csY618" fmla="*/ 85181 h 406008"/>
              <a:gd name="csX619" fmla="*/ 3313353 w 7231055"/>
              <a:gd name="csY619" fmla="*/ 214507 h 406008"/>
              <a:gd name="csX620" fmla="*/ 3318327 w 7231055"/>
              <a:gd name="csY620" fmla="*/ 174092 h 406008"/>
              <a:gd name="csX621" fmla="*/ 3323923 w 7231055"/>
              <a:gd name="csY621" fmla="*/ 89533 h 406008"/>
              <a:gd name="csX622" fmla="*/ 3328897 w 7231055"/>
              <a:gd name="csY622" fmla="*/ 172849 h 406008"/>
              <a:gd name="csX623" fmla="*/ 3334493 w 7231055"/>
              <a:gd name="csY623" fmla="*/ 113160 h 406008"/>
              <a:gd name="csX624" fmla="*/ 3340089 w 7231055"/>
              <a:gd name="csY624" fmla="*/ 151088 h 406008"/>
              <a:gd name="csX625" fmla="*/ 3345063 w 7231055"/>
              <a:gd name="csY625" fmla="*/ 173471 h 406008"/>
              <a:gd name="csX626" fmla="*/ 3350659 w 7231055"/>
              <a:gd name="csY626" fmla="*/ 136165 h 406008"/>
              <a:gd name="csX627" fmla="*/ 3355633 w 7231055"/>
              <a:gd name="csY627" fmla="*/ 114404 h 406008"/>
              <a:gd name="csX628" fmla="*/ 3361228 w 7231055"/>
              <a:gd name="csY628" fmla="*/ 195232 h 406008"/>
              <a:gd name="csX629" fmla="*/ 3366824 w 7231055"/>
              <a:gd name="csY629" fmla="*/ 213885 h 406008"/>
              <a:gd name="csX630" fmla="*/ 3371798 w 7231055"/>
              <a:gd name="csY630" fmla="*/ 122487 h 406008"/>
              <a:gd name="csX631" fmla="*/ 3377394 w 7231055"/>
              <a:gd name="csY631" fmla="*/ 119378 h 406008"/>
              <a:gd name="csX632" fmla="*/ 3382990 w 7231055"/>
              <a:gd name="csY632" fmla="*/ 167875 h 406008"/>
              <a:gd name="csX633" fmla="*/ 3387964 w 7231055"/>
              <a:gd name="csY633" fmla="*/ 152953 h 406008"/>
              <a:gd name="csX634" fmla="*/ 3393560 w 7231055"/>
              <a:gd name="csY634" fmla="*/ 159792 h 406008"/>
              <a:gd name="csX635" fmla="*/ 3398534 w 7231055"/>
              <a:gd name="csY635" fmla="*/ 146113 h 406008"/>
              <a:gd name="csX636" fmla="*/ 3404130 w 7231055"/>
              <a:gd name="csY636" fmla="*/ 134300 h 406008"/>
              <a:gd name="csX637" fmla="*/ 3409726 w 7231055"/>
              <a:gd name="csY637" fmla="*/ 149844 h 406008"/>
              <a:gd name="csX638" fmla="*/ 3414700 w 7231055"/>
              <a:gd name="csY638" fmla="*/ 146113 h 406008"/>
              <a:gd name="csX639" fmla="*/ 3420295 w 7231055"/>
              <a:gd name="csY639" fmla="*/ 141139 h 406008"/>
              <a:gd name="csX640" fmla="*/ 3425270 w 7231055"/>
              <a:gd name="csY640" fmla="*/ 154196 h 406008"/>
              <a:gd name="csX641" fmla="*/ 3430865 w 7231055"/>
              <a:gd name="csY641" fmla="*/ 151088 h 406008"/>
              <a:gd name="csX642" fmla="*/ 3436461 w 7231055"/>
              <a:gd name="csY642" fmla="*/ 149844 h 406008"/>
              <a:gd name="csX643" fmla="*/ 3441435 w 7231055"/>
              <a:gd name="csY643" fmla="*/ 144248 h 406008"/>
              <a:gd name="csX644" fmla="*/ 3447031 w 7231055"/>
              <a:gd name="csY644" fmla="*/ 145492 h 406008"/>
              <a:gd name="csX645" fmla="*/ 3452005 w 7231055"/>
              <a:gd name="csY645" fmla="*/ 153575 h 406008"/>
              <a:gd name="csX646" fmla="*/ 3457601 w 7231055"/>
              <a:gd name="csY646" fmla="*/ 132435 h 406008"/>
              <a:gd name="csX647" fmla="*/ 3463197 w 7231055"/>
              <a:gd name="csY647" fmla="*/ 120621 h 406008"/>
              <a:gd name="csX648" fmla="*/ 3468171 w 7231055"/>
              <a:gd name="csY648" fmla="*/ 248082 h 406008"/>
              <a:gd name="csX649" fmla="*/ 3473767 w 7231055"/>
              <a:gd name="csY649" fmla="*/ 169118 h 406008"/>
              <a:gd name="csX650" fmla="*/ 3478741 w 7231055"/>
              <a:gd name="csY650" fmla="*/ 54715 h 406008"/>
              <a:gd name="csX651" fmla="*/ 3484337 w 7231055"/>
              <a:gd name="csY651" fmla="*/ 184662 h 406008"/>
              <a:gd name="csX652" fmla="*/ 3489933 w 7231055"/>
              <a:gd name="csY652" fmla="*/ 69637 h 406008"/>
              <a:gd name="csX653" fmla="*/ 3494907 w 7231055"/>
              <a:gd name="csY653" fmla="*/ 164144 h 406008"/>
              <a:gd name="csX654" fmla="*/ 3500503 w 7231055"/>
              <a:gd name="csY654" fmla="*/ 137409 h 406008"/>
              <a:gd name="csX655" fmla="*/ 3506098 w 7231055"/>
              <a:gd name="csY655" fmla="*/ 158549 h 406008"/>
              <a:gd name="csX656" fmla="*/ 3511072 w 7231055"/>
              <a:gd name="csY656" fmla="*/ 161657 h 406008"/>
              <a:gd name="csX657" fmla="*/ 3516668 w 7231055"/>
              <a:gd name="csY657" fmla="*/ 171605 h 406008"/>
              <a:gd name="csX658" fmla="*/ 3521642 w 7231055"/>
              <a:gd name="csY658" fmla="*/ 181554 h 406008"/>
              <a:gd name="csX659" fmla="*/ 3527238 w 7231055"/>
              <a:gd name="csY659" fmla="*/ 183419 h 406008"/>
              <a:gd name="csX660" fmla="*/ 3532834 w 7231055"/>
              <a:gd name="csY660" fmla="*/ 152953 h 406008"/>
              <a:gd name="csX661" fmla="*/ 3537808 w 7231055"/>
              <a:gd name="csY661" fmla="*/ 166010 h 406008"/>
              <a:gd name="csX662" fmla="*/ 3543404 w 7231055"/>
              <a:gd name="csY662" fmla="*/ 150466 h 406008"/>
              <a:gd name="csX663" fmla="*/ 3548378 w 7231055"/>
              <a:gd name="csY663" fmla="*/ 114404 h 406008"/>
              <a:gd name="csX664" fmla="*/ 3553974 w 7231055"/>
              <a:gd name="csY664" fmla="*/ 144248 h 406008"/>
              <a:gd name="csX665" fmla="*/ 3559570 w 7231055"/>
              <a:gd name="csY665" fmla="*/ 57824 h 406008"/>
              <a:gd name="csX666" fmla="*/ 3564544 w 7231055"/>
              <a:gd name="csY666" fmla="*/ 160414 h 406008"/>
              <a:gd name="csX667" fmla="*/ 3570140 w 7231055"/>
              <a:gd name="csY667" fmla="*/ 60311 h 406008"/>
              <a:gd name="csX668" fmla="*/ 3575114 w 7231055"/>
              <a:gd name="csY668" fmla="*/ 145492 h 406008"/>
              <a:gd name="csX669" fmla="*/ 3580710 w 7231055"/>
              <a:gd name="csY669" fmla="*/ 128082 h 406008"/>
              <a:gd name="csX670" fmla="*/ 3586305 w 7231055"/>
              <a:gd name="csY670" fmla="*/ 92642 h 406008"/>
              <a:gd name="csX671" fmla="*/ 3591279 w 7231055"/>
              <a:gd name="csY671" fmla="*/ 149222 h 406008"/>
              <a:gd name="csX672" fmla="*/ 3596875 w 7231055"/>
              <a:gd name="csY672" fmla="*/ 228807 h 406008"/>
              <a:gd name="csX673" fmla="*/ 3601849 w 7231055"/>
              <a:gd name="csY673" fmla="*/ 104456 h 406008"/>
              <a:gd name="csX674" fmla="*/ 3607445 w 7231055"/>
              <a:gd name="csY674" fmla="*/ 256787 h 406008"/>
              <a:gd name="csX675" fmla="*/ 3613041 w 7231055"/>
              <a:gd name="csY675" fmla="*/ 189015 h 406008"/>
              <a:gd name="csX676" fmla="*/ 3618015 w 7231055"/>
              <a:gd name="csY676" fmla="*/ 162279 h 406008"/>
              <a:gd name="csX677" fmla="*/ 3623611 w 7231055"/>
              <a:gd name="csY677" fmla="*/ 161657 h 406008"/>
              <a:gd name="csX678" fmla="*/ 3629207 w 7231055"/>
              <a:gd name="csY678" fmla="*/ 144248 h 406008"/>
              <a:gd name="csX679" fmla="*/ 3634181 w 7231055"/>
              <a:gd name="csY679" fmla="*/ 162279 h 406008"/>
              <a:gd name="csX680" fmla="*/ 3639777 w 7231055"/>
              <a:gd name="csY680" fmla="*/ 152331 h 406008"/>
              <a:gd name="csX681" fmla="*/ 3644751 w 7231055"/>
              <a:gd name="csY681" fmla="*/ 185284 h 406008"/>
              <a:gd name="csX682" fmla="*/ 3650346 w 7231055"/>
              <a:gd name="csY682" fmla="*/ 159792 h 406008"/>
              <a:gd name="csX683" fmla="*/ 3655942 w 7231055"/>
              <a:gd name="csY683" fmla="*/ 183419 h 406008"/>
              <a:gd name="csX684" fmla="*/ 3660916 w 7231055"/>
              <a:gd name="csY684" fmla="*/ 174714 h 406008"/>
              <a:gd name="csX685" fmla="*/ 3666512 w 7231055"/>
              <a:gd name="csY685" fmla="*/ 203315 h 406008"/>
              <a:gd name="csX686" fmla="*/ 3671486 w 7231055"/>
              <a:gd name="csY686" fmla="*/ 196476 h 406008"/>
              <a:gd name="csX687" fmla="*/ 3677082 w 7231055"/>
              <a:gd name="csY687" fmla="*/ 215750 h 406008"/>
              <a:gd name="csX688" fmla="*/ 3682678 w 7231055"/>
              <a:gd name="csY688" fmla="*/ 223833 h 406008"/>
              <a:gd name="csX689" fmla="*/ 3687652 w 7231055"/>
              <a:gd name="csY689" fmla="*/ 91399 h 406008"/>
              <a:gd name="csX690" fmla="*/ 3693248 w 7231055"/>
              <a:gd name="csY690" fmla="*/ 184041 h 406008"/>
              <a:gd name="csX691" fmla="*/ 3698222 w 7231055"/>
              <a:gd name="csY691" fmla="*/ 107564 h 406008"/>
              <a:gd name="csX692" fmla="*/ 3703818 w 7231055"/>
              <a:gd name="csY692" fmla="*/ 190258 h 406008"/>
              <a:gd name="csX693" fmla="*/ 3709413 w 7231055"/>
              <a:gd name="csY693" fmla="*/ 129326 h 406008"/>
              <a:gd name="csX694" fmla="*/ 3714388 w 7231055"/>
              <a:gd name="csY694" fmla="*/ 105077 h 406008"/>
              <a:gd name="csX695" fmla="*/ 3719983 w 7231055"/>
              <a:gd name="csY695" fmla="*/ 147357 h 406008"/>
              <a:gd name="csX696" fmla="*/ 3724957 w 7231055"/>
              <a:gd name="csY696" fmla="*/ 156062 h 406008"/>
              <a:gd name="csX697" fmla="*/ 3730553 w 7231055"/>
              <a:gd name="csY697" fmla="*/ 156062 h 406008"/>
              <a:gd name="csX698" fmla="*/ 3736149 w 7231055"/>
              <a:gd name="csY698" fmla="*/ 156062 h 406008"/>
              <a:gd name="csX699" fmla="*/ 3741123 w 7231055"/>
              <a:gd name="csY699" fmla="*/ 187149 h 406008"/>
              <a:gd name="csX700" fmla="*/ 3746719 w 7231055"/>
              <a:gd name="csY700" fmla="*/ 165388 h 406008"/>
              <a:gd name="csX701" fmla="*/ 3752315 w 7231055"/>
              <a:gd name="csY701" fmla="*/ 164144 h 406008"/>
              <a:gd name="csX702" fmla="*/ 3757289 w 7231055"/>
              <a:gd name="csY702" fmla="*/ 206424 h 406008"/>
              <a:gd name="csX703" fmla="*/ 3762885 w 7231055"/>
              <a:gd name="csY703" fmla="*/ 159792 h 406008"/>
              <a:gd name="csX704" fmla="*/ 3767859 w 7231055"/>
              <a:gd name="csY704" fmla="*/ 183419 h 406008"/>
              <a:gd name="csX705" fmla="*/ 3773455 w 7231055"/>
              <a:gd name="csY705" fmla="*/ 150466 h 406008"/>
              <a:gd name="csX706" fmla="*/ 3779050 w 7231055"/>
              <a:gd name="csY706" fmla="*/ 153575 h 406008"/>
              <a:gd name="csX707" fmla="*/ 3784024 w 7231055"/>
              <a:gd name="csY707" fmla="*/ 88290 h 406008"/>
              <a:gd name="csX708" fmla="*/ 3789620 w 7231055"/>
              <a:gd name="csY708" fmla="*/ 144870 h 406008"/>
              <a:gd name="csX709" fmla="*/ 3794594 w 7231055"/>
              <a:gd name="csY709" fmla="*/ 119378 h 406008"/>
              <a:gd name="csX710" fmla="*/ 3800190 w 7231055"/>
              <a:gd name="csY710" fmla="*/ 108808 h 406008"/>
              <a:gd name="csX711" fmla="*/ 3805786 w 7231055"/>
              <a:gd name="csY711" fmla="*/ 123730 h 406008"/>
              <a:gd name="csX712" fmla="*/ 3810760 w 7231055"/>
              <a:gd name="csY712" fmla="*/ 151709 h 406008"/>
              <a:gd name="csX713" fmla="*/ 3816356 w 7231055"/>
              <a:gd name="csY713" fmla="*/ 128082 h 406008"/>
              <a:gd name="csX714" fmla="*/ 3821330 w 7231055"/>
              <a:gd name="csY714" fmla="*/ 187149 h 406008"/>
              <a:gd name="csX715" fmla="*/ 3826926 w 7231055"/>
              <a:gd name="csY715" fmla="*/ 341346 h 406008"/>
              <a:gd name="csX716" fmla="*/ 3832522 w 7231055"/>
              <a:gd name="csY716" fmla="*/ 131191 h 406008"/>
              <a:gd name="csX717" fmla="*/ 3837496 w 7231055"/>
              <a:gd name="csY717" fmla="*/ 191502 h 406008"/>
              <a:gd name="csX718" fmla="*/ 3843091 w 7231055"/>
              <a:gd name="csY718" fmla="*/ 180310 h 406008"/>
              <a:gd name="csX719" fmla="*/ 3848066 w 7231055"/>
              <a:gd name="csY719" fmla="*/ 106943 h 406008"/>
              <a:gd name="csX720" fmla="*/ 3853661 w 7231055"/>
              <a:gd name="csY720" fmla="*/ 200828 h 406008"/>
              <a:gd name="csX721" fmla="*/ 3859257 w 7231055"/>
              <a:gd name="csY721" fmla="*/ 135544 h 406008"/>
              <a:gd name="csX722" fmla="*/ 3864231 w 7231055"/>
              <a:gd name="csY722" fmla="*/ 169740 h 406008"/>
              <a:gd name="csX723" fmla="*/ 3869827 w 7231055"/>
              <a:gd name="csY723" fmla="*/ 171605 h 406008"/>
              <a:gd name="csX724" fmla="*/ 3875423 w 7231055"/>
              <a:gd name="csY724" fmla="*/ 131191 h 406008"/>
              <a:gd name="csX725" fmla="*/ 3880397 w 7231055"/>
              <a:gd name="csY725" fmla="*/ 297822 h 406008"/>
              <a:gd name="csX726" fmla="*/ 3885993 w 7231055"/>
              <a:gd name="csY726" fmla="*/ 50363 h 406008"/>
              <a:gd name="csX727" fmla="*/ 3890967 w 7231055"/>
              <a:gd name="csY727" fmla="*/ 129326 h 406008"/>
              <a:gd name="csX728" fmla="*/ 3896563 w 7231055"/>
              <a:gd name="csY728" fmla="*/ 55337 h 406008"/>
              <a:gd name="csX729" fmla="*/ 3902159 w 7231055"/>
              <a:gd name="csY729" fmla="*/ 200206 h 406008"/>
              <a:gd name="csX730" fmla="*/ 3907133 w 7231055"/>
              <a:gd name="csY730" fmla="*/ 179688 h 406008"/>
              <a:gd name="csX731" fmla="*/ 3912729 w 7231055"/>
              <a:gd name="csY731" fmla="*/ 116269 h 406008"/>
              <a:gd name="csX732" fmla="*/ 3917703 w 7231055"/>
              <a:gd name="csY732" fmla="*/ 141761 h 406008"/>
              <a:gd name="csX733" fmla="*/ 3923299 w 7231055"/>
              <a:gd name="csY733" fmla="*/ 133056 h 406008"/>
              <a:gd name="csX734" fmla="*/ 3928895 w 7231055"/>
              <a:gd name="csY734" fmla="*/ 146113 h 406008"/>
              <a:gd name="csX735" fmla="*/ 3933869 w 7231055"/>
              <a:gd name="csY735" fmla="*/ 152953 h 406008"/>
              <a:gd name="csX736" fmla="*/ 3939464 w 7231055"/>
              <a:gd name="csY736" fmla="*/ 159792 h 406008"/>
              <a:gd name="csX737" fmla="*/ 3944438 w 7231055"/>
              <a:gd name="csY737" fmla="*/ 150466 h 406008"/>
              <a:gd name="csX738" fmla="*/ 3950034 w 7231055"/>
              <a:gd name="csY738" fmla="*/ 144248 h 406008"/>
              <a:gd name="csX739" fmla="*/ 3955630 w 7231055"/>
              <a:gd name="csY739" fmla="*/ 147357 h 406008"/>
              <a:gd name="csX740" fmla="*/ 3960604 w 7231055"/>
              <a:gd name="csY740" fmla="*/ 145492 h 406008"/>
              <a:gd name="csX741" fmla="*/ 3966200 w 7231055"/>
              <a:gd name="csY741" fmla="*/ 143626 h 406008"/>
              <a:gd name="csX742" fmla="*/ 3971174 w 7231055"/>
              <a:gd name="csY742" fmla="*/ 142383 h 406008"/>
              <a:gd name="csX743" fmla="*/ 3976770 w 7231055"/>
              <a:gd name="csY743" fmla="*/ 144248 h 406008"/>
              <a:gd name="csX744" fmla="*/ 3982366 w 7231055"/>
              <a:gd name="csY744" fmla="*/ 147979 h 406008"/>
              <a:gd name="csX745" fmla="*/ 3987340 w 7231055"/>
              <a:gd name="csY745" fmla="*/ 144870 h 406008"/>
              <a:gd name="csX746" fmla="*/ 3992936 w 7231055"/>
              <a:gd name="csY746" fmla="*/ 151709 h 406008"/>
              <a:gd name="csX747" fmla="*/ 3998531 w 7231055"/>
              <a:gd name="csY747" fmla="*/ 195854 h 406008"/>
              <a:gd name="csX748" fmla="*/ 4003506 w 7231055"/>
              <a:gd name="csY748" fmla="*/ 65285 h 406008"/>
              <a:gd name="csX749" fmla="*/ 4009101 w 7231055"/>
              <a:gd name="csY749" fmla="*/ 149844 h 406008"/>
              <a:gd name="csX750" fmla="*/ 4014075 w 7231055"/>
              <a:gd name="csY750" fmla="*/ 124974 h 406008"/>
              <a:gd name="csX751" fmla="*/ 4019671 w 7231055"/>
              <a:gd name="csY751" fmla="*/ 215750 h 406008"/>
              <a:gd name="csX752" fmla="*/ 4025267 w 7231055"/>
              <a:gd name="csY752" fmla="*/ 221968 h 406008"/>
              <a:gd name="csX753" fmla="*/ 4030241 w 7231055"/>
              <a:gd name="csY753" fmla="*/ 238134 h 406008"/>
              <a:gd name="csX754" fmla="*/ 4035837 w 7231055"/>
              <a:gd name="csY754" fmla="*/ 103834 h 406008"/>
              <a:gd name="csX755" fmla="*/ 4040811 w 7231055"/>
              <a:gd name="csY755" fmla="*/ 202693 h 406008"/>
              <a:gd name="csX756" fmla="*/ 4046407 w 7231055"/>
              <a:gd name="csY756" fmla="*/ 135544 h 406008"/>
              <a:gd name="csX757" fmla="*/ 4052003 w 7231055"/>
              <a:gd name="csY757" fmla="*/ 159792 h 406008"/>
              <a:gd name="csX758" fmla="*/ 4056977 w 7231055"/>
              <a:gd name="csY758" fmla="*/ 138652 h 406008"/>
              <a:gd name="csX759" fmla="*/ 4062573 w 7231055"/>
              <a:gd name="csY759" fmla="*/ 146735 h 406008"/>
              <a:gd name="csX760" fmla="*/ 4067547 w 7231055"/>
              <a:gd name="csY760" fmla="*/ 147357 h 406008"/>
              <a:gd name="csX761" fmla="*/ 4073142 w 7231055"/>
              <a:gd name="csY761" fmla="*/ 155440 h 406008"/>
              <a:gd name="csX762" fmla="*/ 4078738 w 7231055"/>
              <a:gd name="csY762" fmla="*/ 150466 h 406008"/>
              <a:gd name="csX763" fmla="*/ 4083712 w 7231055"/>
              <a:gd name="csY763" fmla="*/ 146735 h 406008"/>
              <a:gd name="csX764" fmla="*/ 4089308 w 7231055"/>
              <a:gd name="csY764" fmla="*/ 145492 h 406008"/>
              <a:gd name="csX765" fmla="*/ 4094282 w 7231055"/>
              <a:gd name="csY765" fmla="*/ 145492 h 406008"/>
              <a:gd name="csX766" fmla="*/ 4099878 w 7231055"/>
              <a:gd name="csY766" fmla="*/ 142383 h 406008"/>
              <a:gd name="csX767" fmla="*/ 4105474 w 7231055"/>
              <a:gd name="csY767" fmla="*/ 142383 h 406008"/>
              <a:gd name="csX768" fmla="*/ 4110448 w 7231055"/>
              <a:gd name="csY768" fmla="*/ 144248 h 406008"/>
              <a:gd name="csX769" fmla="*/ 4116044 w 7231055"/>
              <a:gd name="csY769" fmla="*/ 147357 h 406008"/>
              <a:gd name="csX770" fmla="*/ 4121018 w 7231055"/>
              <a:gd name="csY770" fmla="*/ 149222 h 406008"/>
              <a:gd name="csX771" fmla="*/ 4126614 w 7231055"/>
              <a:gd name="csY771" fmla="*/ 151088 h 406008"/>
              <a:gd name="csX772" fmla="*/ 4132209 w 7231055"/>
              <a:gd name="csY772" fmla="*/ 147979 h 406008"/>
              <a:gd name="csX773" fmla="*/ 4137184 w 7231055"/>
              <a:gd name="csY773" fmla="*/ 152331 h 406008"/>
              <a:gd name="csX774" fmla="*/ 4142779 w 7231055"/>
              <a:gd name="csY774" fmla="*/ 151709 h 406008"/>
              <a:gd name="csX775" fmla="*/ 4148375 w 7231055"/>
              <a:gd name="csY775" fmla="*/ 191502 h 406008"/>
              <a:gd name="csX776" fmla="*/ 4153349 w 7231055"/>
              <a:gd name="csY776" fmla="*/ 211398 h 406008"/>
              <a:gd name="csX777" fmla="*/ 4158945 w 7231055"/>
              <a:gd name="csY777" fmla="*/ 239377 h 406008"/>
              <a:gd name="csX778" fmla="*/ 4163919 w 7231055"/>
              <a:gd name="csY778" fmla="*/ 234403 h 406008"/>
              <a:gd name="csX779" fmla="*/ 4169515 w 7231055"/>
              <a:gd name="csY779" fmla="*/ 249947 h 406008"/>
              <a:gd name="csX780" fmla="*/ 4175111 w 7231055"/>
              <a:gd name="csY780" fmla="*/ 221968 h 406008"/>
              <a:gd name="csX781" fmla="*/ 4180085 w 7231055"/>
              <a:gd name="csY781" fmla="*/ 178445 h 406008"/>
              <a:gd name="csX782" fmla="*/ 4185681 w 7231055"/>
              <a:gd name="csY782" fmla="*/ 199585 h 406008"/>
              <a:gd name="csX783" fmla="*/ 4190655 w 7231055"/>
              <a:gd name="csY783" fmla="*/ 238134 h 406008"/>
              <a:gd name="csX784" fmla="*/ 4196251 w 7231055"/>
              <a:gd name="csY784" fmla="*/ 234403 h 406008"/>
              <a:gd name="csX785" fmla="*/ 4201847 w 7231055"/>
              <a:gd name="csY785" fmla="*/ 246217 h 406008"/>
              <a:gd name="csX786" fmla="*/ 4206821 w 7231055"/>
              <a:gd name="csY786" fmla="*/ 169118 h 406008"/>
              <a:gd name="csX787" fmla="*/ 4212417 w 7231055"/>
              <a:gd name="csY787" fmla="*/ 91399 h 406008"/>
              <a:gd name="csX788" fmla="*/ 4217391 w 7231055"/>
              <a:gd name="csY788" fmla="*/ 94507 h 406008"/>
              <a:gd name="csX789" fmla="*/ 4222987 w 7231055"/>
              <a:gd name="csY789" fmla="*/ 116269 h 406008"/>
              <a:gd name="csX790" fmla="*/ 4228582 w 7231055"/>
              <a:gd name="csY790" fmla="*/ 151709 h 406008"/>
              <a:gd name="csX791" fmla="*/ 4233556 w 7231055"/>
              <a:gd name="csY791" fmla="*/ 216994 h 406008"/>
              <a:gd name="csX792" fmla="*/ 4239152 w 7231055"/>
              <a:gd name="csY792" fmla="*/ 133678 h 406008"/>
              <a:gd name="csX793" fmla="*/ 4244126 w 7231055"/>
              <a:gd name="csY793" fmla="*/ 108808 h 406008"/>
              <a:gd name="csX794" fmla="*/ 4249722 w 7231055"/>
              <a:gd name="csY794" fmla="*/ 170362 h 406008"/>
              <a:gd name="csX795" fmla="*/ 4255318 w 7231055"/>
              <a:gd name="csY795" fmla="*/ 180932 h 406008"/>
              <a:gd name="csX796" fmla="*/ 4260292 w 7231055"/>
              <a:gd name="csY796" fmla="*/ 199585 h 406008"/>
              <a:gd name="csX797" fmla="*/ 4265888 w 7231055"/>
              <a:gd name="csY797" fmla="*/ 154818 h 406008"/>
              <a:gd name="csX798" fmla="*/ 4271484 w 7231055"/>
              <a:gd name="csY798" fmla="*/ 146735 h 406008"/>
              <a:gd name="csX799" fmla="*/ 4276458 w 7231055"/>
              <a:gd name="csY799" fmla="*/ 152331 h 406008"/>
              <a:gd name="csX800" fmla="*/ 4282054 w 7231055"/>
              <a:gd name="csY800" fmla="*/ 148600 h 406008"/>
              <a:gd name="csX801" fmla="*/ 4287028 w 7231055"/>
              <a:gd name="csY801" fmla="*/ 143005 h 406008"/>
              <a:gd name="csX802" fmla="*/ 4292624 w 7231055"/>
              <a:gd name="csY802" fmla="*/ 153575 h 406008"/>
              <a:gd name="csX803" fmla="*/ 4298219 w 7231055"/>
              <a:gd name="csY803" fmla="*/ 153575 h 406008"/>
              <a:gd name="csX804" fmla="*/ 4303193 w 7231055"/>
              <a:gd name="csY804" fmla="*/ 146735 h 406008"/>
              <a:gd name="csX805" fmla="*/ 4308789 w 7231055"/>
              <a:gd name="csY805" fmla="*/ 147979 h 406008"/>
              <a:gd name="csX806" fmla="*/ 4313763 w 7231055"/>
              <a:gd name="csY806" fmla="*/ 131813 h 406008"/>
              <a:gd name="csX807" fmla="*/ 4319359 w 7231055"/>
              <a:gd name="csY807" fmla="*/ 152953 h 406008"/>
              <a:gd name="csX808" fmla="*/ 4324955 w 7231055"/>
              <a:gd name="csY808" fmla="*/ 139274 h 406008"/>
              <a:gd name="csX809" fmla="*/ 4329929 w 7231055"/>
              <a:gd name="csY809" fmla="*/ 147357 h 406008"/>
              <a:gd name="csX810" fmla="*/ 4335525 w 7231055"/>
              <a:gd name="csY810" fmla="*/ 146113 h 406008"/>
              <a:gd name="csX811" fmla="*/ 4340499 w 7231055"/>
              <a:gd name="csY811" fmla="*/ 144870 h 406008"/>
              <a:gd name="csX812" fmla="*/ 4346095 w 7231055"/>
              <a:gd name="csY812" fmla="*/ 150466 h 406008"/>
              <a:gd name="csX813" fmla="*/ 4351691 w 7231055"/>
              <a:gd name="csY813" fmla="*/ 151088 h 406008"/>
              <a:gd name="csX814" fmla="*/ 4356665 w 7231055"/>
              <a:gd name="csY814" fmla="*/ 150466 h 406008"/>
              <a:gd name="csX815" fmla="*/ 4362260 w 7231055"/>
              <a:gd name="csY815" fmla="*/ 144248 h 406008"/>
              <a:gd name="csX816" fmla="*/ 4367235 w 7231055"/>
              <a:gd name="csY816" fmla="*/ 144870 h 406008"/>
              <a:gd name="csX817" fmla="*/ 4372830 w 7231055"/>
              <a:gd name="csY817" fmla="*/ 145492 h 406008"/>
              <a:gd name="csX818" fmla="*/ 4378426 w 7231055"/>
              <a:gd name="csY818" fmla="*/ 147357 h 406008"/>
              <a:gd name="csX819" fmla="*/ 4383400 w 7231055"/>
              <a:gd name="csY819" fmla="*/ 144248 h 406008"/>
              <a:gd name="csX820" fmla="*/ 4388996 w 7231055"/>
              <a:gd name="csY820" fmla="*/ 120000 h 406008"/>
              <a:gd name="csX821" fmla="*/ 4394592 w 7231055"/>
              <a:gd name="csY821" fmla="*/ 146113 h 406008"/>
              <a:gd name="csX822" fmla="*/ 4399566 w 7231055"/>
              <a:gd name="csY822" fmla="*/ 141139 h 406008"/>
              <a:gd name="csX823" fmla="*/ 4405162 w 7231055"/>
              <a:gd name="csY823" fmla="*/ 133678 h 406008"/>
              <a:gd name="csX824" fmla="*/ 4410136 w 7231055"/>
              <a:gd name="csY824" fmla="*/ 143626 h 406008"/>
              <a:gd name="csX825" fmla="*/ 4415732 w 7231055"/>
              <a:gd name="csY825" fmla="*/ 70259 h 406008"/>
              <a:gd name="csX826" fmla="*/ 4421327 w 7231055"/>
              <a:gd name="csY826" fmla="*/ 86424 h 406008"/>
              <a:gd name="csX827" fmla="*/ 4426302 w 7231055"/>
              <a:gd name="csY827" fmla="*/ 100103 h 406008"/>
              <a:gd name="csX828" fmla="*/ 4431897 w 7231055"/>
              <a:gd name="csY828" fmla="*/ 94507 h 406008"/>
              <a:gd name="csX829" fmla="*/ 4436871 w 7231055"/>
              <a:gd name="csY829" fmla="*/ 60932 h 406008"/>
              <a:gd name="csX830" fmla="*/ 4442467 w 7231055"/>
              <a:gd name="csY830" fmla="*/ 72124 h 406008"/>
              <a:gd name="csX831" fmla="*/ 4448063 w 7231055"/>
              <a:gd name="csY831" fmla="*/ 72746 h 406008"/>
              <a:gd name="csX832" fmla="*/ 4453037 w 7231055"/>
              <a:gd name="csY832" fmla="*/ 69637 h 406008"/>
              <a:gd name="csX833" fmla="*/ 4458633 w 7231055"/>
              <a:gd name="csY833" fmla="*/ 143005 h 406008"/>
              <a:gd name="csX834" fmla="*/ 4463607 w 7231055"/>
              <a:gd name="csY834" fmla="*/ 113160 h 406008"/>
              <a:gd name="csX835" fmla="*/ 4469203 w 7231055"/>
              <a:gd name="csY835" fmla="*/ 173471 h 406008"/>
              <a:gd name="csX836" fmla="*/ 4474799 w 7231055"/>
              <a:gd name="csY836" fmla="*/ 119378 h 406008"/>
              <a:gd name="csX837" fmla="*/ 4479773 w 7231055"/>
              <a:gd name="csY837" fmla="*/ 117512 h 406008"/>
              <a:gd name="csX838" fmla="*/ 4485369 w 7231055"/>
              <a:gd name="csY838" fmla="*/ 136165 h 406008"/>
              <a:gd name="csX839" fmla="*/ 4490343 w 7231055"/>
              <a:gd name="csY839" fmla="*/ 192123 h 406008"/>
              <a:gd name="csX840" fmla="*/ 4495938 w 7231055"/>
              <a:gd name="csY840" fmla="*/ 247460 h 406008"/>
              <a:gd name="csX841" fmla="*/ 4501534 w 7231055"/>
              <a:gd name="csY841" fmla="*/ 154196 h 406008"/>
              <a:gd name="csX842" fmla="*/ 4506508 w 7231055"/>
              <a:gd name="csY842" fmla="*/ 117512 h 406008"/>
              <a:gd name="csX843" fmla="*/ 4512104 w 7231055"/>
              <a:gd name="csY843" fmla="*/ 129948 h 406008"/>
              <a:gd name="csX844" fmla="*/ 4517700 w 7231055"/>
              <a:gd name="csY844" fmla="*/ 129948 h 406008"/>
              <a:gd name="csX845" fmla="*/ 4522674 w 7231055"/>
              <a:gd name="csY845" fmla="*/ 200828 h 406008"/>
              <a:gd name="csX846" fmla="*/ 4528270 w 7231055"/>
              <a:gd name="csY846" fmla="*/ 208911 h 406008"/>
              <a:gd name="csX847" fmla="*/ 4533244 w 7231055"/>
              <a:gd name="csY847" fmla="*/ 173471 h 406008"/>
              <a:gd name="csX848" fmla="*/ 4538840 w 7231055"/>
              <a:gd name="csY848" fmla="*/ 105077 h 406008"/>
              <a:gd name="csX849" fmla="*/ 4544436 w 7231055"/>
              <a:gd name="csY849" fmla="*/ 115647 h 406008"/>
              <a:gd name="csX850" fmla="*/ 4549410 w 7231055"/>
              <a:gd name="csY850" fmla="*/ 160414 h 406008"/>
              <a:gd name="csX851" fmla="*/ 4555006 w 7231055"/>
              <a:gd name="csY851" fmla="*/ 134300 h 406008"/>
              <a:gd name="csX852" fmla="*/ 4559980 w 7231055"/>
              <a:gd name="csY852" fmla="*/ 149844 h 406008"/>
              <a:gd name="csX853" fmla="*/ 4565575 w 7231055"/>
              <a:gd name="csY853" fmla="*/ 135544 h 406008"/>
              <a:gd name="csX854" fmla="*/ 4571171 w 7231055"/>
              <a:gd name="csY854" fmla="*/ 227564 h 406008"/>
              <a:gd name="csX855" fmla="*/ 4576145 w 7231055"/>
              <a:gd name="csY855" fmla="*/ 163523 h 406008"/>
              <a:gd name="csX856" fmla="*/ 4581741 w 7231055"/>
              <a:gd name="csY856" fmla="*/ 191502 h 406008"/>
              <a:gd name="csX857" fmla="*/ 4586715 w 7231055"/>
              <a:gd name="csY857" fmla="*/ 143626 h 406008"/>
              <a:gd name="csX858" fmla="*/ 4592311 w 7231055"/>
              <a:gd name="csY858" fmla="*/ 151088 h 406008"/>
              <a:gd name="csX859" fmla="*/ 4597907 w 7231055"/>
              <a:gd name="csY859" fmla="*/ 150466 h 406008"/>
              <a:gd name="csX860" fmla="*/ 4602881 w 7231055"/>
              <a:gd name="csY860" fmla="*/ 144248 h 406008"/>
              <a:gd name="csX861" fmla="*/ 4608477 w 7231055"/>
              <a:gd name="csY861" fmla="*/ 124974 h 406008"/>
              <a:gd name="csX862" fmla="*/ 4613451 w 7231055"/>
              <a:gd name="csY862" fmla="*/ 146113 h 406008"/>
              <a:gd name="csX863" fmla="*/ 4619047 w 7231055"/>
              <a:gd name="csY863" fmla="*/ 187149 h 406008"/>
              <a:gd name="csX864" fmla="*/ 4624643 w 7231055"/>
              <a:gd name="csY864" fmla="*/ 183419 h 406008"/>
              <a:gd name="csX865" fmla="*/ 4629617 w 7231055"/>
              <a:gd name="csY865" fmla="*/ 109430 h 406008"/>
              <a:gd name="csX866" fmla="*/ 4635213 w 7231055"/>
              <a:gd name="csY866" fmla="*/ 118134 h 406008"/>
              <a:gd name="csX867" fmla="*/ 4640809 w 7231055"/>
              <a:gd name="csY867" fmla="*/ 187149 h 406008"/>
              <a:gd name="csX868" fmla="*/ 4645783 w 7231055"/>
              <a:gd name="csY868" fmla="*/ 128082 h 406008"/>
              <a:gd name="csX869" fmla="*/ 4651378 w 7231055"/>
              <a:gd name="csY869" fmla="*/ 187149 h 406008"/>
              <a:gd name="csX870" fmla="*/ 4656353 w 7231055"/>
              <a:gd name="csY870" fmla="*/ 110051 h 406008"/>
              <a:gd name="csX871" fmla="*/ 4661948 w 7231055"/>
              <a:gd name="csY871" fmla="*/ 178445 h 406008"/>
              <a:gd name="csX872" fmla="*/ 4667544 w 7231055"/>
              <a:gd name="csY872" fmla="*/ 154196 h 406008"/>
              <a:gd name="csX873" fmla="*/ 4672518 w 7231055"/>
              <a:gd name="csY873" fmla="*/ 96994 h 406008"/>
              <a:gd name="csX874" fmla="*/ 4678114 w 7231055"/>
              <a:gd name="csY874" fmla="*/ 180932 h 406008"/>
              <a:gd name="csX875" fmla="*/ 4683088 w 7231055"/>
              <a:gd name="csY875" fmla="*/ 147357 h 406008"/>
              <a:gd name="csX876" fmla="*/ 4688684 w 7231055"/>
              <a:gd name="csY876" fmla="*/ 146735 h 406008"/>
              <a:gd name="csX877" fmla="*/ 4694280 w 7231055"/>
              <a:gd name="csY877" fmla="*/ 138031 h 406008"/>
              <a:gd name="csX878" fmla="*/ 4699254 w 7231055"/>
              <a:gd name="csY878" fmla="*/ 117512 h 406008"/>
              <a:gd name="csX879" fmla="*/ 4704850 w 7231055"/>
              <a:gd name="csY879" fmla="*/ 120000 h 406008"/>
              <a:gd name="csX880" fmla="*/ 4709824 w 7231055"/>
              <a:gd name="csY880" fmla="*/ 156683 h 406008"/>
              <a:gd name="csX881" fmla="*/ 4715420 w 7231055"/>
              <a:gd name="csY881" fmla="*/ 128704 h 406008"/>
              <a:gd name="csX882" fmla="*/ 4721015 w 7231055"/>
              <a:gd name="csY882" fmla="*/ 162901 h 406008"/>
              <a:gd name="csX883" fmla="*/ 4725989 w 7231055"/>
              <a:gd name="csY883" fmla="*/ 162279 h 406008"/>
              <a:gd name="csX884" fmla="*/ 4731585 w 7231055"/>
              <a:gd name="csY884" fmla="*/ 174714 h 406008"/>
              <a:gd name="csX885" fmla="*/ 4736559 w 7231055"/>
              <a:gd name="csY885" fmla="*/ 162901 h 406008"/>
              <a:gd name="csX886" fmla="*/ 4742155 w 7231055"/>
              <a:gd name="csY886" fmla="*/ 154818 h 406008"/>
              <a:gd name="csX887" fmla="*/ 4747751 w 7231055"/>
              <a:gd name="csY887" fmla="*/ 151088 h 406008"/>
              <a:gd name="csX888" fmla="*/ 4752725 w 7231055"/>
              <a:gd name="csY888" fmla="*/ 146113 h 406008"/>
              <a:gd name="csX889" fmla="*/ 4758321 w 7231055"/>
              <a:gd name="csY889" fmla="*/ 147357 h 406008"/>
              <a:gd name="csX890" fmla="*/ 4763917 w 7231055"/>
              <a:gd name="csY890" fmla="*/ 145492 h 406008"/>
              <a:gd name="csX891" fmla="*/ 4768891 w 7231055"/>
              <a:gd name="csY891" fmla="*/ 149222 h 406008"/>
              <a:gd name="csX892" fmla="*/ 4774487 w 7231055"/>
              <a:gd name="csY892" fmla="*/ 153575 h 406008"/>
              <a:gd name="csX893" fmla="*/ 4779461 w 7231055"/>
              <a:gd name="csY893" fmla="*/ 233781 h 406008"/>
              <a:gd name="csX894" fmla="*/ 4785056 w 7231055"/>
              <a:gd name="csY894" fmla="*/ 131813 h 406008"/>
              <a:gd name="csX895" fmla="*/ 4790652 w 7231055"/>
              <a:gd name="csY895" fmla="*/ 179067 h 406008"/>
              <a:gd name="csX896" fmla="*/ 4795626 w 7231055"/>
              <a:gd name="csY896" fmla="*/ 105077 h 406008"/>
              <a:gd name="csX897" fmla="*/ 4801222 w 7231055"/>
              <a:gd name="csY897" fmla="*/ 190880 h 406008"/>
              <a:gd name="csX898" fmla="*/ 4806196 w 7231055"/>
              <a:gd name="csY898" fmla="*/ 24249 h 406008"/>
              <a:gd name="csX899" fmla="*/ 4811792 w 7231055"/>
              <a:gd name="csY899" fmla="*/ 124974 h 406008"/>
              <a:gd name="csX900" fmla="*/ 4817388 w 7231055"/>
              <a:gd name="csY900" fmla="*/ 184662 h 406008"/>
              <a:gd name="csX901" fmla="*/ 4822362 w 7231055"/>
              <a:gd name="csY901" fmla="*/ 291605 h 406008"/>
              <a:gd name="csX902" fmla="*/ 4827958 w 7231055"/>
              <a:gd name="csY902" fmla="*/ 134300 h 406008"/>
              <a:gd name="csX903" fmla="*/ 4832932 w 7231055"/>
              <a:gd name="csY903" fmla="*/ 55958 h 406008"/>
              <a:gd name="csX904" fmla="*/ 4838528 w 7231055"/>
              <a:gd name="csY904" fmla="*/ 173471 h 406008"/>
              <a:gd name="csX905" fmla="*/ 4844123 w 7231055"/>
              <a:gd name="csY905" fmla="*/ 141139 h 406008"/>
              <a:gd name="csX906" fmla="*/ 4849098 w 7231055"/>
              <a:gd name="csY906" fmla="*/ 134922 h 406008"/>
              <a:gd name="csX907" fmla="*/ 4854693 w 7231055"/>
              <a:gd name="csY907" fmla="*/ 132435 h 406008"/>
              <a:gd name="csX908" fmla="*/ 4859667 w 7231055"/>
              <a:gd name="csY908" fmla="*/ 166010 h 406008"/>
              <a:gd name="csX909" fmla="*/ 4865263 w 7231055"/>
              <a:gd name="csY909" fmla="*/ 144870 h 406008"/>
              <a:gd name="csX910" fmla="*/ 4870859 w 7231055"/>
              <a:gd name="csY910" fmla="*/ 149222 h 406008"/>
              <a:gd name="csX911" fmla="*/ 4875833 w 7231055"/>
              <a:gd name="csY911" fmla="*/ 147357 h 406008"/>
              <a:gd name="csX912" fmla="*/ 4881429 w 7231055"/>
              <a:gd name="csY912" fmla="*/ 144248 h 406008"/>
              <a:gd name="csX913" fmla="*/ 4887025 w 7231055"/>
              <a:gd name="csY913" fmla="*/ 142383 h 406008"/>
              <a:gd name="csX914" fmla="*/ 4891999 w 7231055"/>
              <a:gd name="csY914" fmla="*/ 149844 h 406008"/>
              <a:gd name="csX915" fmla="*/ 4897595 w 7231055"/>
              <a:gd name="csY915" fmla="*/ 148600 h 406008"/>
              <a:gd name="csX916" fmla="*/ 4902569 w 7231055"/>
              <a:gd name="csY916" fmla="*/ 144248 h 406008"/>
              <a:gd name="csX917" fmla="*/ 4908165 w 7231055"/>
              <a:gd name="csY917" fmla="*/ 149222 h 406008"/>
              <a:gd name="csX918" fmla="*/ 4913760 w 7231055"/>
              <a:gd name="csY918" fmla="*/ 144248 h 406008"/>
              <a:gd name="csX919" fmla="*/ 4918734 w 7231055"/>
              <a:gd name="csY919" fmla="*/ 144870 h 406008"/>
              <a:gd name="csX920" fmla="*/ 4924330 w 7231055"/>
              <a:gd name="csY920" fmla="*/ 144870 h 406008"/>
              <a:gd name="csX921" fmla="*/ 4929304 w 7231055"/>
              <a:gd name="csY921" fmla="*/ 147357 h 406008"/>
              <a:gd name="csX922" fmla="*/ 4934900 w 7231055"/>
              <a:gd name="csY922" fmla="*/ 141761 h 406008"/>
              <a:gd name="csX923" fmla="*/ 4940496 w 7231055"/>
              <a:gd name="csY923" fmla="*/ 176579 h 406008"/>
              <a:gd name="csX924" fmla="*/ 4945470 w 7231055"/>
              <a:gd name="csY924" fmla="*/ 207046 h 406008"/>
              <a:gd name="csX925" fmla="*/ 4951066 w 7231055"/>
              <a:gd name="csY925" fmla="*/ 29223 h 406008"/>
              <a:gd name="csX926" fmla="*/ 4956040 w 7231055"/>
              <a:gd name="csY926" fmla="*/ 175336 h 406008"/>
              <a:gd name="csX927" fmla="*/ 4961636 w 7231055"/>
              <a:gd name="csY927" fmla="*/ 198341 h 406008"/>
              <a:gd name="csX928" fmla="*/ 4967232 w 7231055"/>
              <a:gd name="csY928" fmla="*/ 85803 h 406008"/>
              <a:gd name="csX929" fmla="*/ 4972206 w 7231055"/>
              <a:gd name="csY929" fmla="*/ 116891 h 406008"/>
              <a:gd name="csX930" fmla="*/ 4977802 w 7231055"/>
              <a:gd name="csY930" fmla="*/ 126839 h 406008"/>
              <a:gd name="csX931" fmla="*/ 4982776 w 7231055"/>
              <a:gd name="csY931" fmla="*/ 119378 h 406008"/>
              <a:gd name="csX932" fmla="*/ 4988372 w 7231055"/>
              <a:gd name="csY932" fmla="*/ 125595 h 406008"/>
              <a:gd name="csX933" fmla="*/ 4993967 w 7231055"/>
              <a:gd name="csY933" fmla="*/ 220103 h 406008"/>
              <a:gd name="csX934" fmla="*/ 4998941 w 7231055"/>
              <a:gd name="csY934" fmla="*/ 101968 h 406008"/>
              <a:gd name="csX935" fmla="*/ 5004537 w 7231055"/>
              <a:gd name="csY935" fmla="*/ 179067 h 406008"/>
              <a:gd name="csX936" fmla="*/ 5009511 w 7231055"/>
              <a:gd name="csY936" fmla="*/ 64663 h 406008"/>
              <a:gd name="csX937" fmla="*/ 5015107 w 7231055"/>
              <a:gd name="csY937" fmla="*/ 149844 h 406008"/>
              <a:gd name="csX938" fmla="*/ 5020703 w 7231055"/>
              <a:gd name="csY938" fmla="*/ 123108 h 406008"/>
              <a:gd name="csX939" fmla="*/ 5025677 w 7231055"/>
              <a:gd name="csY939" fmla="*/ 215129 h 406008"/>
              <a:gd name="csX940" fmla="*/ 5031273 w 7231055"/>
              <a:gd name="csY940" fmla="*/ 205802 h 406008"/>
              <a:gd name="csX941" fmla="*/ 5036869 w 7231055"/>
              <a:gd name="csY941" fmla="*/ 121865 h 406008"/>
              <a:gd name="csX942" fmla="*/ 5041843 w 7231055"/>
              <a:gd name="csY942" fmla="*/ 202693 h 406008"/>
              <a:gd name="csX943" fmla="*/ 5047439 w 7231055"/>
              <a:gd name="csY943" fmla="*/ 131813 h 406008"/>
              <a:gd name="csX944" fmla="*/ 5052413 w 7231055"/>
              <a:gd name="csY944" fmla="*/ 146113 h 406008"/>
              <a:gd name="csX945" fmla="*/ 5058009 w 7231055"/>
              <a:gd name="csY945" fmla="*/ 149844 h 406008"/>
              <a:gd name="csX946" fmla="*/ 5063605 w 7231055"/>
              <a:gd name="csY946" fmla="*/ 143005 h 406008"/>
              <a:gd name="csX947" fmla="*/ 5068579 w 7231055"/>
              <a:gd name="csY947" fmla="*/ 148600 h 406008"/>
              <a:gd name="csX948" fmla="*/ 5074174 w 7231055"/>
              <a:gd name="csY948" fmla="*/ 151088 h 406008"/>
              <a:gd name="csX949" fmla="*/ 5079149 w 7231055"/>
              <a:gd name="csY949" fmla="*/ 147979 h 406008"/>
              <a:gd name="csX950" fmla="*/ 5084744 w 7231055"/>
              <a:gd name="csY950" fmla="*/ 144248 h 406008"/>
              <a:gd name="csX951" fmla="*/ 5090340 w 7231055"/>
              <a:gd name="csY951" fmla="*/ 149222 h 406008"/>
              <a:gd name="csX952" fmla="*/ 5095314 w 7231055"/>
              <a:gd name="csY952" fmla="*/ 154196 h 406008"/>
              <a:gd name="csX953" fmla="*/ 5100910 w 7231055"/>
              <a:gd name="csY953" fmla="*/ 146113 h 406008"/>
              <a:gd name="csX954" fmla="*/ 5105884 w 7231055"/>
              <a:gd name="csY954" fmla="*/ 145492 h 406008"/>
              <a:gd name="csX955" fmla="*/ 5111480 w 7231055"/>
              <a:gd name="csY955" fmla="*/ 190880 h 406008"/>
              <a:gd name="csX956" fmla="*/ 5117076 w 7231055"/>
              <a:gd name="csY956" fmla="*/ 26736 h 406008"/>
              <a:gd name="csX957" fmla="*/ 5122050 w 7231055"/>
              <a:gd name="csY957" fmla="*/ 99481 h 406008"/>
              <a:gd name="csX958" fmla="*/ 5127646 w 7231055"/>
              <a:gd name="csY958" fmla="*/ 154818 h 406008"/>
              <a:gd name="csX959" fmla="*/ 5132620 w 7231055"/>
              <a:gd name="csY959" fmla="*/ 190880 h 406008"/>
              <a:gd name="csX960" fmla="*/ 5138216 w 7231055"/>
              <a:gd name="csY960" fmla="*/ 120621 h 406008"/>
              <a:gd name="csX961" fmla="*/ 5143812 w 7231055"/>
              <a:gd name="csY961" fmla="*/ 136787 h 406008"/>
              <a:gd name="csX962" fmla="*/ 5148785 w 7231055"/>
              <a:gd name="csY962" fmla="*/ 154196 h 406008"/>
              <a:gd name="csX963" fmla="*/ 5154381 w 7231055"/>
              <a:gd name="csY963" fmla="*/ 134922 h 406008"/>
              <a:gd name="csX964" fmla="*/ 5159977 w 7231055"/>
              <a:gd name="csY964" fmla="*/ 151709 h 406008"/>
              <a:gd name="csX965" fmla="*/ 5164951 w 7231055"/>
              <a:gd name="csY965" fmla="*/ 156683 h 406008"/>
              <a:gd name="csX966" fmla="*/ 5170547 w 7231055"/>
              <a:gd name="csY966" fmla="*/ 163523 h 406008"/>
              <a:gd name="csX967" fmla="*/ 5175521 w 7231055"/>
              <a:gd name="csY967" fmla="*/ 139896 h 406008"/>
              <a:gd name="csX968" fmla="*/ 5181117 w 7231055"/>
              <a:gd name="csY968" fmla="*/ 133678 h 406008"/>
              <a:gd name="csX969" fmla="*/ 5186712 w 7231055"/>
              <a:gd name="csY969" fmla="*/ 147979 h 406008"/>
              <a:gd name="csX970" fmla="*/ 5191687 w 7231055"/>
              <a:gd name="csY970" fmla="*/ 149844 h 406008"/>
              <a:gd name="csX971" fmla="*/ 5197283 w 7231055"/>
              <a:gd name="csY971" fmla="*/ 121865 h 406008"/>
              <a:gd name="csX972" fmla="*/ 5202256 w 7231055"/>
              <a:gd name="csY972" fmla="*/ 159170 h 406008"/>
              <a:gd name="csX973" fmla="*/ 5207852 w 7231055"/>
              <a:gd name="csY973" fmla="*/ 154818 h 406008"/>
              <a:gd name="csX974" fmla="*/ 5213448 w 7231055"/>
              <a:gd name="csY974" fmla="*/ 155440 h 406008"/>
              <a:gd name="csX975" fmla="*/ 5218423 w 7231055"/>
              <a:gd name="csY975" fmla="*/ 149844 h 406008"/>
              <a:gd name="csX976" fmla="*/ 5224018 w 7231055"/>
              <a:gd name="csY976" fmla="*/ 126217 h 406008"/>
              <a:gd name="csX977" fmla="*/ 5228992 w 7231055"/>
              <a:gd name="csY977" fmla="*/ 152953 h 406008"/>
              <a:gd name="csX978" fmla="*/ 5234588 w 7231055"/>
              <a:gd name="csY978" fmla="*/ 149222 h 406008"/>
              <a:gd name="csX979" fmla="*/ 5240184 w 7231055"/>
              <a:gd name="csY979" fmla="*/ 144248 h 406008"/>
              <a:gd name="csX980" fmla="*/ 5245158 w 7231055"/>
              <a:gd name="csY980" fmla="*/ 79585 h 406008"/>
              <a:gd name="csX981" fmla="*/ 5250754 w 7231055"/>
              <a:gd name="csY981" fmla="*/ 254921 h 406008"/>
              <a:gd name="csX982" fmla="*/ 5255728 w 7231055"/>
              <a:gd name="csY982" fmla="*/ 141761 h 406008"/>
              <a:gd name="csX983" fmla="*/ 5261323 w 7231055"/>
              <a:gd name="csY983" fmla="*/ 169740 h 406008"/>
              <a:gd name="csX984" fmla="*/ 5266919 w 7231055"/>
              <a:gd name="csY984" fmla="*/ 157927 h 406008"/>
              <a:gd name="csX985" fmla="*/ 5271894 w 7231055"/>
              <a:gd name="csY985" fmla="*/ 153575 h 406008"/>
              <a:gd name="csX986" fmla="*/ 5277490 w 7231055"/>
              <a:gd name="csY986" fmla="*/ 162279 h 406008"/>
              <a:gd name="csX987" fmla="*/ 5283085 w 7231055"/>
              <a:gd name="csY987" fmla="*/ 177823 h 406008"/>
              <a:gd name="csX988" fmla="*/ 5288059 w 7231055"/>
              <a:gd name="csY988" fmla="*/ 166631 h 406008"/>
              <a:gd name="csX989" fmla="*/ 5293655 w 7231055"/>
              <a:gd name="csY989" fmla="*/ 139274 h 406008"/>
              <a:gd name="csX990" fmla="*/ 5298629 w 7231055"/>
              <a:gd name="csY990" fmla="*/ 99481 h 406008"/>
              <a:gd name="csX991" fmla="*/ 5304225 w 7231055"/>
              <a:gd name="csY991" fmla="*/ 90155 h 406008"/>
              <a:gd name="csX992" fmla="*/ 5309821 w 7231055"/>
              <a:gd name="csY992" fmla="*/ 108186 h 406008"/>
              <a:gd name="csX993" fmla="*/ 5314795 w 7231055"/>
              <a:gd name="csY993" fmla="*/ 116269 h 406008"/>
              <a:gd name="csX994" fmla="*/ 5320391 w 7231055"/>
              <a:gd name="csY994" fmla="*/ 179067 h 406008"/>
              <a:gd name="csX995" fmla="*/ 5325365 w 7231055"/>
              <a:gd name="csY995" fmla="*/ 193989 h 406008"/>
              <a:gd name="csX996" fmla="*/ 5330961 w 7231055"/>
              <a:gd name="csY996" fmla="*/ 101968 h 406008"/>
              <a:gd name="csX997" fmla="*/ 5336557 w 7231055"/>
              <a:gd name="csY997" fmla="*/ 88912 h 406008"/>
              <a:gd name="csX998" fmla="*/ 5341530 w 7231055"/>
              <a:gd name="csY998" fmla="*/ 110673 h 406008"/>
              <a:gd name="csX999" fmla="*/ 5347126 w 7231055"/>
              <a:gd name="csY999" fmla="*/ 154818 h 406008"/>
              <a:gd name="csX1000" fmla="*/ 5352101 w 7231055"/>
              <a:gd name="csY1000" fmla="*/ 201450 h 406008"/>
              <a:gd name="csX1001" fmla="*/ 5357696 w 7231055"/>
              <a:gd name="csY1001" fmla="*/ 189015 h 406008"/>
              <a:gd name="csX1002" fmla="*/ 5363292 w 7231055"/>
              <a:gd name="csY1002" fmla="*/ 154196 h 406008"/>
              <a:gd name="csX1003" fmla="*/ 5368266 w 7231055"/>
              <a:gd name="csY1003" fmla="*/ 149844 h 406008"/>
              <a:gd name="csX1004" fmla="*/ 5373862 w 7231055"/>
              <a:gd name="csY1004" fmla="*/ 110673 h 406008"/>
              <a:gd name="csX1005" fmla="*/ 5378836 w 7231055"/>
              <a:gd name="csY1005" fmla="*/ 162279 h 406008"/>
              <a:gd name="csX1006" fmla="*/ 5384432 w 7231055"/>
              <a:gd name="csY1006" fmla="*/ 208289 h 406008"/>
              <a:gd name="csX1007" fmla="*/ 5390028 w 7231055"/>
              <a:gd name="csY1007" fmla="*/ 78342 h 406008"/>
              <a:gd name="csX1008" fmla="*/ 5395002 w 7231055"/>
              <a:gd name="csY1008" fmla="*/ 281657 h 406008"/>
              <a:gd name="csX1009" fmla="*/ 5400598 w 7231055"/>
              <a:gd name="csY1009" fmla="*/ 115025 h 406008"/>
              <a:gd name="csX1010" fmla="*/ 5406194 w 7231055"/>
              <a:gd name="csY1010" fmla="*/ 155440 h 406008"/>
              <a:gd name="csX1011" fmla="*/ 5411168 w 7231055"/>
              <a:gd name="csY1011" fmla="*/ 214507 h 406008"/>
              <a:gd name="csX1012" fmla="*/ 5416763 w 7231055"/>
              <a:gd name="csY1012" fmla="*/ 138652 h 406008"/>
              <a:gd name="csX1013" fmla="*/ 5421738 w 7231055"/>
              <a:gd name="csY1013" fmla="*/ 114404 h 406008"/>
              <a:gd name="csX1014" fmla="*/ 5427333 w 7231055"/>
              <a:gd name="csY1014" fmla="*/ 208289 h 406008"/>
              <a:gd name="csX1015" fmla="*/ 5432929 w 7231055"/>
              <a:gd name="csY1015" fmla="*/ 174092 h 406008"/>
              <a:gd name="csX1016" fmla="*/ 5437903 w 7231055"/>
              <a:gd name="csY1016" fmla="*/ 68393 h 406008"/>
              <a:gd name="csX1017" fmla="*/ 5443499 w 7231055"/>
              <a:gd name="csY1017" fmla="*/ 202693 h 406008"/>
              <a:gd name="csX1018" fmla="*/ 5448473 w 7231055"/>
              <a:gd name="csY1018" fmla="*/ 161657 h 406008"/>
              <a:gd name="csX1019" fmla="*/ 5454069 w 7231055"/>
              <a:gd name="csY1019" fmla="*/ 130569 h 406008"/>
              <a:gd name="csX1020" fmla="*/ 5459665 w 7231055"/>
              <a:gd name="csY1020" fmla="*/ 150466 h 406008"/>
              <a:gd name="csX1021" fmla="*/ 5464639 w 7231055"/>
              <a:gd name="csY1021" fmla="*/ 151709 h 406008"/>
              <a:gd name="csX1022" fmla="*/ 5470235 w 7231055"/>
              <a:gd name="csY1022" fmla="*/ 151088 h 406008"/>
              <a:gd name="csX1023" fmla="*/ 5475209 w 7231055"/>
              <a:gd name="csY1023" fmla="*/ 151088 h 406008"/>
              <a:gd name="csX1024" fmla="*/ 5480805 w 7231055"/>
              <a:gd name="csY1024" fmla="*/ 149222 h 406008"/>
              <a:gd name="csX1025" fmla="*/ 5486401 w 7231055"/>
              <a:gd name="csY1025" fmla="*/ 145492 h 406008"/>
              <a:gd name="csX1026" fmla="*/ 5491374 w 7231055"/>
              <a:gd name="csY1026" fmla="*/ 144870 h 406008"/>
              <a:gd name="csX1027" fmla="*/ 5496970 w 7231055"/>
              <a:gd name="csY1027" fmla="*/ 141761 h 406008"/>
              <a:gd name="csX1028" fmla="*/ 5501945 w 7231055"/>
              <a:gd name="csY1028" fmla="*/ 146735 h 406008"/>
              <a:gd name="csX1029" fmla="*/ 5507541 w 7231055"/>
              <a:gd name="csY1029" fmla="*/ 143626 h 406008"/>
              <a:gd name="csX1030" fmla="*/ 5513136 w 7231055"/>
              <a:gd name="csY1030" fmla="*/ 149222 h 406008"/>
              <a:gd name="csX1031" fmla="*/ 5518110 w 7231055"/>
              <a:gd name="csY1031" fmla="*/ 149844 h 406008"/>
              <a:gd name="csX1032" fmla="*/ 5523706 w 7231055"/>
              <a:gd name="csY1032" fmla="*/ 144870 h 406008"/>
              <a:gd name="csX1033" fmla="*/ 5529302 w 7231055"/>
              <a:gd name="csY1033" fmla="*/ 142383 h 406008"/>
              <a:gd name="csX1034" fmla="*/ 5534276 w 7231055"/>
              <a:gd name="csY1034" fmla="*/ 149222 h 406008"/>
              <a:gd name="csX1035" fmla="*/ 5539872 w 7231055"/>
              <a:gd name="csY1035" fmla="*/ 137409 h 406008"/>
              <a:gd name="csX1036" fmla="*/ 5544846 w 7231055"/>
              <a:gd name="csY1036" fmla="*/ 151709 h 406008"/>
              <a:gd name="csX1037" fmla="*/ 5550441 w 7231055"/>
              <a:gd name="csY1037" fmla="*/ 139896 h 406008"/>
              <a:gd name="csX1038" fmla="*/ 5556037 w 7231055"/>
              <a:gd name="csY1038" fmla="*/ 106943 h 406008"/>
              <a:gd name="csX1039" fmla="*/ 5561012 w 7231055"/>
              <a:gd name="csY1039" fmla="*/ 143626 h 406008"/>
              <a:gd name="csX1040" fmla="*/ 5566608 w 7231055"/>
              <a:gd name="csY1040" fmla="*/ 97616 h 406008"/>
              <a:gd name="csX1041" fmla="*/ 5571581 w 7231055"/>
              <a:gd name="csY1041" fmla="*/ 159170 h 406008"/>
              <a:gd name="csX1042" fmla="*/ 5577177 w 7231055"/>
              <a:gd name="csY1042" fmla="*/ 124974 h 406008"/>
              <a:gd name="csX1043" fmla="*/ 5582773 w 7231055"/>
              <a:gd name="csY1043" fmla="*/ 146735 h 406008"/>
              <a:gd name="csX1044" fmla="*/ 5587747 w 7231055"/>
              <a:gd name="csY1044" fmla="*/ 294092 h 406008"/>
              <a:gd name="csX1045" fmla="*/ 5593343 w 7231055"/>
              <a:gd name="csY1045" fmla="*/ 88290 h 406008"/>
              <a:gd name="csX1046" fmla="*/ 5598317 w 7231055"/>
              <a:gd name="csY1046" fmla="*/ 120000 h 406008"/>
              <a:gd name="csX1047" fmla="*/ 5603913 w 7231055"/>
              <a:gd name="csY1047" fmla="*/ 207667 h 406008"/>
              <a:gd name="csX1048" fmla="*/ 5609508 w 7231055"/>
              <a:gd name="csY1048" fmla="*/ 101968 h 406008"/>
              <a:gd name="csX1049" fmla="*/ 5614483 w 7231055"/>
              <a:gd name="csY1049" fmla="*/ 54093 h 406008"/>
              <a:gd name="csX1050" fmla="*/ 5620079 w 7231055"/>
              <a:gd name="csY1050" fmla="*/ 165388 h 406008"/>
              <a:gd name="csX1051" fmla="*/ 5625052 w 7231055"/>
              <a:gd name="csY1051" fmla="*/ 241243 h 406008"/>
              <a:gd name="csX1052" fmla="*/ 5630648 w 7231055"/>
              <a:gd name="csY1052" fmla="*/ 145492 h 406008"/>
              <a:gd name="csX1053" fmla="*/ 5636244 w 7231055"/>
              <a:gd name="csY1053" fmla="*/ 150466 h 406008"/>
              <a:gd name="csX1054" fmla="*/ 5641219 w 7231055"/>
              <a:gd name="csY1054" fmla="*/ 197719 h 406008"/>
              <a:gd name="csX1055" fmla="*/ 5646814 w 7231055"/>
              <a:gd name="csY1055" fmla="*/ 204559 h 406008"/>
              <a:gd name="csX1056" fmla="*/ 5652410 w 7231055"/>
              <a:gd name="csY1056" fmla="*/ 196476 h 406008"/>
              <a:gd name="csX1057" fmla="*/ 5657384 w 7231055"/>
              <a:gd name="csY1057" fmla="*/ 164766 h 406008"/>
              <a:gd name="csX1058" fmla="*/ 5662980 w 7231055"/>
              <a:gd name="csY1058" fmla="*/ 143626 h 406008"/>
              <a:gd name="csX1059" fmla="*/ 5667954 w 7231055"/>
              <a:gd name="csY1059" fmla="*/ 116891 h 406008"/>
              <a:gd name="csX1060" fmla="*/ 5673550 w 7231055"/>
              <a:gd name="csY1060" fmla="*/ 150466 h 406008"/>
              <a:gd name="csX1061" fmla="*/ 5679146 w 7231055"/>
              <a:gd name="csY1061" fmla="*/ 143005 h 406008"/>
              <a:gd name="csX1062" fmla="*/ 5684119 w 7231055"/>
              <a:gd name="csY1062" fmla="*/ 95129 h 406008"/>
              <a:gd name="csX1063" fmla="*/ 5689715 w 7231055"/>
              <a:gd name="csY1063" fmla="*/ 179688 h 406008"/>
              <a:gd name="csX1064" fmla="*/ 5694690 w 7231055"/>
              <a:gd name="csY1064" fmla="*/ 185284 h 406008"/>
              <a:gd name="csX1065" fmla="*/ 5700286 w 7231055"/>
              <a:gd name="csY1065" fmla="*/ 161657 h 406008"/>
              <a:gd name="csX1066" fmla="*/ 5705881 w 7231055"/>
              <a:gd name="csY1066" fmla="*/ 41658 h 406008"/>
              <a:gd name="csX1067" fmla="*/ 5710855 w 7231055"/>
              <a:gd name="csY1067" fmla="*/ 40414 h 406008"/>
              <a:gd name="csX1068" fmla="*/ 5716451 w 7231055"/>
              <a:gd name="csY1068" fmla="*/ 42901 h 406008"/>
              <a:gd name="csX1069" fmla="*/ 5721425 w 7231055"/>
              <a:gd name="csY1069" fmla="*/ 88290 h 406008"/>
              <a:gd name="csX1070" fmla="*/ 5727021 w 7231055"/>
              <a:gd name="csY1070" fmla="*/ 80829 h 406008"/>
              <a:gd name="csX1071" fmla="*/ 5732617 w 7231055"/>
              <a:gd name="csY1071" fmla="*/ 120621 h 406008"/>
              <a:gd name="csX1072" fmla="*/ 5737591 w 7231055"/>
              <a:gd name="csY1072" fmla="*/ 189636 h 406008"/>
              <a:gd name="csX1073" fmla="*/ 5743187 w 7231055"/>
              <a:gd name="csY1073" fmla="*/ 180932 h 406008"/>
              <a:gd name="csX1074" fmla="*/ 5748161 w 7231055"/>
              <a:gd name="csY1074" fmla="*/ 118756 h 406008"/>
              <a:gd name="csX1075" fmla="*/ 5753757 w 7231055"/>
              <a:gd name="csY1075" fmla="*/ 151709 h 406008"/>
              <a:gd name="csX1076" fmla="*/ 5759353 w 7231055"/>
              <a:gd name="csY1076" fmla="*/ 152331 h 406008"/>
              <a:gd name="csX1077" fmla="*/ 5764326 w 7231055"/>
              <a:gd name="csY1077" fmla="*/ 151709 h 406008"/>
              <a:gd name="csX1078" fmla="*/ 5769922 w 7231055"/>
              <a:gd name="csY1078" fmla="*/ 203315 h 406008"/>
              <a:gd name="csX1079" fmla="*/ 5775518 w 7231055"/>
              <a:gd name="csY1079" fmla="*/ 118756 h 406008"/>
              <a:gd name="csX1080" fmla="*/ 5780492 w 7231055"/>
              <a:gd name="csY1080" fmla="*/ 176579 h 406008"/>
              <a:gd name="csX1081" fmla="*/ 5786088 w 7231055"/>
              <a:gd name="csY1081" fmla="*/ 98860 h 406008"/>
              <a:gd name="csX1082" fmla="*/ 5791062 w 7231055"/>
              <a:gd name="csY1082" fmla="*/ 136165 h 406008"/>
              <a:gd name="csX1083" fmla="*/ 5796658 w 7231055"/>
              <a:gd name="csY1083" fmla="*/ 110051 h 406008"/>
              <a:gd name="csX1084" fmla="*/ 5802254 w 7231055"/>
              <a:gd name="csY1084" fmla="*/ 190258 h 406008"/>
              <a:gd name="csX1085" fmla="*/ 5807228 w 7231055"/>
              <a:gd name="csY1085" fmla="*/ 157927 h 406008"/>
              <a:gd name="csX1086" fmla="*/ 5812824 w 7231055"/>
              <a:gd name="csY1086" fmla="*/ 144248 h 406008"/>
              <a:gd name="csX1087" fmla="*/ 5817798 w 7231055"/>
              <a:gd name="csY1087" fmla="*/ 153575 h 406008"/>
              <a:gd name="csX1088" fmla="*/ 5823394 w 7231055"/>
              <a:gd name="csY1088" fmla="*/ 144248 h 406008"/>
              <a:gd name="csX1089" fmla="*/ 5828990 w 7231055"/>
              <a:gd name="csY1089" fmla="*/ 168497 h 406008"/>
              <a:gd name="csX1090" fmla="*/ 5833964 w 7231055"/>
              <a:gd name="csY1090" fmla="*/ 195854 h 406008"/>
              <a:gd name="csX1091" fmla="*/ 5839559 w 7231055"/>
              <a:gd name="csY1091" fmla="*/ 139274 h 406008"/>
              <a:gd name="csX1092" fmla="*/ 5844534 w 7231055"/>
              <a:gd name="csY1092" fmla="*/ 209533 h 406008"/>
              <a:gd name="csX1093" fmla="*/ 5850130 w 7231055"/>
              <a:gd name="csY1093" fmla="*/ 84559 h 406008"/>
              <a:gd name="csX1094" fmla="*/ 5855726 w 7231055"/>
              <a:gd name="csY1094" fmla="*/ 103212 h 406008"/>
              <a:gd name="csX1095" fmla="*/ 5860699 w 7231055"/>
              <a:gd name="csY1095" fmla="*/ 222590 h 406008"/>
              <a:gd name="csX1096" fmla="*/ 5866295 w 7231055"/>
              <a:gd name="csY1096" fmla="*/ 177201 h 406008"/>
              <a:gd name="csX1097" fmla="*/ 5871269 w 7231055"/>
              <a:gd name="csY1097" fmla="*/ 176579 h 406008"/>
              <a:gd name="csX1098" fmla="*/ 5876865 w 7231055"/>
              <a:gd name="csY1098" fmla="*/ 257408 h 406008"/>
              <a:gd name="csX1099" fmla="*/ 5882461 w 7231055"/>
              <a:gd name="csY1099" fmla="*/ 103212 h 406008"/>
              <a:gd name="csX1100" fmla="*/ 5887435 w 7231055"/>
              <a:gd name="csY1100" fmla="*/ 148600 h 406008"/>
              <a:gd name="csX1101" fmla="*/ 5893031 w 7231055"/>
              <a:gd name="csY1101" fmla="*/ 161657 h 406008"/>
              <a:gd name="csX1102" fmla="*/ 5898005 w 7231055"/>
              <a:gd name="csY1102" fmla="*/ 170984 h 406008"/>
              <a:gd name="csX1103" fmla="*/ 5903601 w 7231055"/>
              <a:gd name="csY1103" fmla="*/ 176579 h 406008"/>
              <a:gd name="csX1104" fmla="*/ 5909197 w 7231055"/>
              <a:gd name="csY1104" fmla="*/ 122487 h 406008"/>
              <a:gd name="csX1105" fmla="*/ 5914170 w 7231055"/>
              <a:gd name="csY1105" fmla="*/ 166010 h 406008"/>
              <a:gd name="csX1106" fmla="*/ 5919766 w 7231055"/>
              <a:gd name="csY1106" fmla="*/ 148600 h 406008"/>
              <a:gd name="csX1107" fmla="*/ 5925362 w 7231055"/>
              <a:gd name="csY1107" fmla="*/ 154818 h 406008"/>
              <a:gd name="csX1108" fmla="*/ 5930337 w 7231055"/>
              <a:gd name="csY1108" fmla="*/ 139274 h 406008"/>
              <a:gd name="csX1109" fmla="*/ 5935932 w 7231055"/>
              <a:gd name="csY1109" fmla="*/ 144870 h 406008"/>
              <a:gd name="csX1110" fmla="*/ 5940906 w 7231055"/>
              <a:gd name="csY1110" fmla="*/ 149844 h 406008"/>
              <a:gd name="csX1111" fmla="*/ 5946502 w 7231055"/>
              <a:gd name="csY1111" fmla="*/ 144248 h 406008"/>
              <a:gd name="csX1112" fmla="*/ 5952098 w 7231055"/>
              <a:gd name="csY1112" fmla="*/ 152331 h 406008"/>
              <a:gd name="csX1113" fmla="*/ 5957072 w 7231055"/>
              <a:gd name="csY1113" fmla="*/ 146735 h 406008"/>
              <a:gd name="csX1114" fmla="*/ 5962668 w 7231055"/>
              <a:gd name="csY1114" fmla="*/ 143626 h 406008"/>
              <a:gd name="csX1115" fmla="*/ 5967642 w 7231055"/>
              <a:gd name="csY1115" fmla="*/ 153575 h 406008"/>
              <a:gd name="csX1116" fmla="*/ 5973237 w 7231055"/>
              <a:gd name="csY1116" fmla="*/ 140518 h 406008"/>
              <a:gd name="csX1117" fmla="*/ 5978833 w 7231055"/>
              <a:gd name="csY1117" fmla="*/ 157305 h 406008"/>
              <a:gd name="csX1118" fmla="*/ 5983808 w 7231055"/>
              <a:gd name="csY1118" fmla="*/ 72746 h 406008"/>
              <a:gd name="csX1119" fmla="*/ 5989404 w 7231055"/>
              <a:gd name="csY1119" fmla="*/ 144248 h 406008"/>
              <a:gd name="csX1120" fmla="*/ 5994377 w 7231055"/>
              <a:gd name="csY1120" fmla="*/ 236890 h 406008"/>
              <a:gd name="csX1121" fmla="*/ 5999973 w 7231055"/>
              <a:gd name="csY1121" fmla="*/ 140518 h 406008"/>
              <a:gd name="csX1122" fmla="*/ 6005569 w 7231055"/>
              <a:gd name="csY1122" fmla="*/ 69015 h 406008"/>
              <a:gd name="csX1123" fmla="*/ 6010543 w 7231055"/>
              <a:gd name="csY1123" fmla="*/ 169118 h 406008"/>
              <a:gd name="csX1124" fmla="*/ 6016139 w 7231055"/>
              <a:gd name="csY1124" fmla="*/ 256165 h 406008"/>
              <a:gd name="csX1125" fmla="*/ 6021113 w 7231055"/>
              <a:gd name="csY1125" fmla="*/ 91399 h 406008"/>
              <a:gd name="csX1126" fmla="*/ 6026709 w 7231055"/>
              <a:gd name="csY1126" fmla="*/ 62798 h 406008"/>
              <a:gd name="csX1127" fmla="*/ 6032304 w 7231055"/>
              <a:gd name="csY1127" fmla="*/ 235025 h 406008"/>
              <a:gd name="csX1128" fmla="*/ 6037279 w 7231055"/>
              <a:gd name="csY1128" fmla="*/ 205802 h 406008"/>
              <a:gd name="csX1129" fmla="*/ 6042875 w 7231055"/>
              <a:gd name="csY1129" fmla="*/ 114404 h 406008"/>
              <a:gd name="csX1130" fmla="*/ 6048471 w 7231055"/>
              <a:gd name="csY1130" fmla="*/ 111295 h 406008"/>
              <a:gd name="csX1131" fmla="*/ 6053444 w 7231055"/>
              <a:gd name="csY1131" fmla="*/ 104456 h 406008"/>
              <a:gd name="csX1132" fmla="*/ 6059040 w 7231055"/>
              <a:gd name="csY1132" fmla="*/ 216994 h 406008"/>
              <a:gd name="csX1133" fmla="*/ 6064015 w 7231055"/>
              <a:gd name="csY1133" fmla="*/ 183419 h 406008"/>
              <a:gd name="csX1134" fmla="*/ 6069610 w 7231055"/>
              <a:gd name="csY1134" fmla="*/ 73989 h 406008"/>
              <a:gd name="csX1135" fmla="*/ 6075206 w 7231055"/>
              <a:gd name="csY1135" fmla="*/ 113160 h 406008"/>
              <a:gd name="csX1136" fmla="*/ 6080180 w 7231055"/>
              <a:gd name="csY1136" fmla="*/ 78963 h 406008"/>
              <a:gd name="csX1137" fmla="*/ 6085776 w 7231055"/>
              <a:gd name="csY1137" fmla="*/ 192123 h 406008"/>
              <a:gd name="csX1138" fmla="*/ 6090750 w 7231055"/>
              <a:gd name="csY1138" fmla="*/ 200206 h 406008"/>
              <a:gd name="csX1139" fmla="*/ 6096346 w 7231055"/>
              <a:gd name="csY1139" fmla="*/ 95751 h 406008"/>
              <a:gd name="csX1140" fmla="*/ 6101942 w 7231055"/>
              <a:gd name="csY1140" fmla="*/ 113160 h 406008"/>
              <a:gd name="csX1141" fmla="*/ 6106915 w 7231055"/>
              <a:gd name="csY1141" fmla="*/ 90155 h 406008"/>
              <a:gd name="csX1142" fmla="*/ 6112511 w 7231055"/>
              <a:gd name="csY1142" fmla="*/ 169740 h 406008"/>
              <a:gd name="csX1143" fmla="*/ 6117486 w 7231055"/>
              <a:gd name="csY1143" fmla="*/ 146113 h 406008"/>
              <a:gd name="csX1144" fmla="*/ 6123082 w 7231055"/>
              <a:gd name="csY1144" fmla="*/ 166631 h 406008"/>
              <a:gd name="csX1145" fmla="*/ 6128677 w 7231055"/>
              <a:gd name="csY1145" fmla="*/ 139896 h 406008"/>
              <a:gd name="csX1146" fmla="*/ 6133651 w 7231055"/>
              <a:gd name="csY1146" fmla="*/ 159792 h 406008"/>
              <a:gd name="csX1147" fmla="*/ 6139247 w 7231055"/>
              <a:gd name="csY1147" fmla="*/ 147357 h 406008"/>
              <a:gd name="csX1148" fmla="*/ 6144221 w 7231055"/>
              <a:gd name="csY1148" fmla="*/ 127461 h 406008"/>
              <a:gd name="csX1149" fmla="*/ 6149817 w 7231055"/>
              <a:gd name="csY1149" fmla="*/ 154818 h 406008"/>
              <a:gd name="csX1150" fmla="*/ 6155413 w 7231055"/>
              <a:gd name="csY1150" fmla="*/ 152953 h 406008"/>
              <a:gd name="csX1151" fmla="*/ 6160387 w 7231055"/>
              <a:gd name="csY1151" fmla="*/ 136787 h 406008"/>
              <a:gd name="csX1152" fmla="*/ 6165983 w 7231055"/>
              <a:gd name="csY1152" fmla="*/ 143626 h 406008"/>
              <a:gd name="csX1153" fmla="*/ 6171579 w 7231055"/>
              <a:gd name="csY1153" fmla="*/ 134300 h 406008"/>
              <a:gd name="csX1154" fmla="*/ 6176553 w 7231055"/>
              <a:gd name="csY1154" fmla="*/ 127461 h 406008"/>
              <a:gd name="csX1155" fmla="*/ 6182149 w 7231055"/>
              <a:gd name="csY1155" fmla="*/ 56580 h 406008"/>
              <a:gd name="csX1156" fmla="*/ 6187123 w 7231055"/>
              <a:gd name="csY1156" fmla="*/ 156062 h 406008"/>
              <a:gd name="csX1157" fmla="*/ 6192718 w 7231055"/>
              <a:gd name="csY1157" fmla="*/ 187149 h 406008"/>
              <a:gd name="csX1158" fmla="*/ 6198314 w 7231055"/>
              <a:gd name="csY1158" fmla="*/ 139274 h 406008"/>
              <a:gd name="csX1159" fmla="*/ 6203288 w 7231055"/>
              <a:gd name="csY1159" fmla="*/ 123730 h 406008"/>
              <a:gd name="csX1160" fmla="*/ 6208884 w 7231055"/>
              <a:gd name="csY1160" fmla="*/ 154196 h 406008"/>
              <a:gd name="csX1161" fmla="*/ 6213858 w 7231055"/>
              <a:gd name="csY1161" fmla="*/ 156062 h 406008"/>
              <a:gd name="csX1162" fmla="*/ 6219454 w 7231055"/>
              <a:gd name="csY1162" fmla="*/ 137409 h 406008"/>
              <a:gd name="csX1163" fmla="*/ 6225050 w 7231055"/>
              <a:gd name="csY1163" fmla="*/ 105077 h 406008"/>
              <a:gd name="csX1164" fmla="*/ 6230024 w 7231055"/>
              <a:gd name="csY1164" fmla="*/ 217616 h 406008"/>
              <a:gd name="csX1165" fmla="*/ 6235620 w 7231055"/>
              <a:gd name="csY1165" fmla="*/ 106321 h 406008"/>
              <a:gd name="csX1166" fmla="*/ 6240594 w 7231055"/>
              <a:gd name="csY1166" fmla="*/ 124974 h 406008"/>
              <a:gd name="csX1167" fmla="*/ 6246190 w 7231055"/>
              <a:gd name="csY1167" fmla="*/ 184041 h 406008"/>
              <a:gd name="csX1168" fmla="*/ 6251786 w 7231055"/>
              <a:gd name="csY1168" fmla="*/ 154196 h 406008"/>
              <a:gd name="csX1169" fmla="*/ 6256760 w 7231055"/>
              <a:gd name="csY1169" fmla="*/ 136787 h 406008"/>
              <a:gd name="csX1170" fmla="*/ 6262355 w 7231055"/>
              <a:gd name="csY1170" fmla="*/ 197098 h 406008"/>
              <a:gd name="csX1171" fmla="*/ 6267330 w 7231055"/>
              <a:gd name="csY1171" fmla="*/ 70880 h 406008"/>
              <a:gd name="csX1172" fmla="*/ 6272926 w 7231055"/>
              <a:gd name="csY1172" fmla="*/ 41036 h 406008"/>
              <a:gd name="csX1173" fmla="*/ 6278522 w 7231055"/>
              <a:gd name="csY1173" fmla="*/ 123108 h 406008"/>
              <a:gd name="csX1174" fmla="*/ 6283495 w 7231055"/>
              <a:gd name="csY1174" fmla="*/ 126217 h 406008"/>
              <a:gd name="csX1175" fmla="*/ 6289091 w 7231055"/>
              <a:gd name="csY1175" fmla="*/ 223833 h 406008"/>
              <a:gd name="csX1176" fmla="*/ 6294687 w 7231055"/>
              <a:gd name="csY1176" fmla="*/ 117512 h 406008"/>
              <a:gd name="csX1177" fmla="*/ 6299661 w 7231055"/>
              <a:gd name="csY1177" fmla="*/ 193367 h 406008"/>
              <a:gd name="csX1178" fmla="*/ 6305257 w 7231055"/>
              <a:gd name="csY1178" fmla="*/ 141139 h 406008"/>
              <a:gd name="csX1179" fmla="*/ 6310231 w 7231055"/>
              <a:gd name="csY1179" fmla="*/ 167253 h 406008"/>
              <a:gd name="csX1180" fmla="*/ 6315827 w 7231055"/>
              <a:gd name="csY1180" fmla="*/ 143626 h 406008"/>
              <a:gd name="csX1181" fmla="*/ 6321422 w 7231055"/>
              <a:gd name="csY1181" fmla="*/ 136165 h 406008"/>
              <a:gd name="csX1182" fmla="*/ 6326397 w 7231055"/>
              <a:gd name="csY1182" fmla="*/ 157305 h 406008"/>
              <a:gd name="csX1183" fmla="*/ 6331993 w 7231055"/>
              <a:gd name="csY1183" fmla="*/ 146735 h 406008"/>
              <a:gd name="csX1184" fmla="*/ 6336966 w 7231055"/>
              <a:gd name="csY1184" fmla="*/ 144870 h 406008"/>
              <a:gd name="csX1185" fmla="*/ 6342562 w 7231055"/>
              <a:gd name="csY1185" fmla="*/ 116891 h 406008"/>
              <a:gd name="csX1186" fmla="*/ 6348158 w 7231055"/>
              <a:gd name="csY1186" fmla="*/ 163523 h 406008"/>
              <a:gd name="csX1187" fmla="*/ 6353133 w 7231055"/>
              <a:gd name="csY1187" fmla="*/ 155440 h 406008"/>
              <a:gd name="csX1188" fmla="*/ 6358728 w 7231055"/>
              <a:gd name="csY1188" fmla="*/ 122487 h 406008"/>
              <a:gd name="csX1189" fmla="*/ 6363702 w 7231055"/>
              <a:gd name="csY1189" fmla="*/ 145492 h 406008"/>
              <a:gd name="csX1190" fmla="*/ 6369298 w 7231055"/>
              <a:gd name="csY1190" fmla="*/ 145492 h 406008"/>
              <a:gd name="csX1191" fmla="*/ 6374894 w 7231055"/>
              <a:gd name="csY1191" fmla="*/ 123730 h 406008"/>
              <a:gd name="csX1192" fmla="*/ 6379868 w 7231055"/>
              <a:gd name="csY1192" fmla="*/ 143005 h 406008"/>
              <a:gd name="csX1193" fmla="*/ 6385464 w 7231055"/>
              <a:gd name="csY1193" fmla="*/ 128704 h 406008"/>
              <a:gd name="csX1194" fmla="*/ 6390438 w 7231055"/>
              <a:gd name="csY1194" fmla="*/ 118756 h 406008"/>
              <a:gd name="csX1195" fmla="*/ 6396033 w 7231055"/>
              <a:gd name="csY1195" fmla="*/ 140518 h 406008"/>
              <a:gd name="csX1196" fmla="*/ 6401629 w 7231055"/>
              <a:gd name="csY1196" fmla="*/ 180310 h 406008"/>
              <a:gd name="csX1197" fmla="*/ 6406604 w 7231055"/>
              <a:gd name="csY1197" fmla="*/ 146113 h 406008"/>
              <a:gd name="csX1198" fmla="*/ 6412200 w 7231055"/>
              <a:gd name="csY1198" fmla="*/ 157927 h 406008"/>
              <a:gd name="csX1199" fmla="*/ 6417795 w 7231055"/>
              <a:gd name="csY1199" fmla="*/ 175958 h 406008"/>
              <a:gd name="csX1200" fmla="*/ 6422769 w 7231055"/>
              <a:gd name="csY1200" fmla="*/ 109430 h 406008"/>
              <a:gd name="csX1201" fmla="*/ 6428365 w 7231055"/>
              <a:gd name="csY1201" fmla="*/ 105077 h 406008"/>
              <a:gd name="csX1202" fmla="*/ 6433339 w 7231055"/>
              <a:gd name="csY1202" fmla="*/ 161036 h 406008"/>
              <a:gd name="csX1203" fmla="*/ 6438935 w 7231055"/>
              <a:gd name="csY1203" fmla="*/ 169118 h 406008"/>
              <a:gd name="csX1204" fmla="*/ 6444531 w 7231055"/>
              <a:gd name="csY1204" fmla="*/ 108808 h 406008"/>
              <a:gd name="csX1205" fmla="*/ 6449505 w 7231055"/>
              <a:gd name="csY1205" fmla="*/ 186528 h 406008"/>
              <a:gd name="csX1206" fmla="*/ 6455100 w 7231055"/>
              <a:gd name="csY1206" fmla="*/ 134300 h 406008"/>
              <a:gd name="csX1207" fmla="*/ 6460075 w 7231055"/>
              <a:gd name="csY1207" fmla="*/ 142383 h 406008"/>
              <a:gd name="csX1208" fmla="*/ 6465671 w 7231055"/>
              <a:gd name="csY1208" fmla="*/ 139896 h 406008"/>
              <a:gd name="csX1209" fmla="*/ 6471267 w 7231055"/>
              <a:gd name="csY1209" fmla="*/ 156683 h 406008"/>
              <a:gd name="csX1210" fmla="*/ 6476240 w 7231055"/>
              <a:gd name="csY1210" fmla="*/ 110673 h 406008"/>
              <a:gd name="csX1211" fmla="*/ 6481836 w 7231055"/>
              <a:gd name="csY1211" fmla="*/ 128704 h 406008"/>
              <a:gd name="csX1212" fmla="*/ 6486811 w 7231055"/>
              <a:gd name="csY1212" fmla="*/ 138652 h 406008"/>
              <a:gd name="csX1213" fmla="*/ 6492406 w 7231055"/>
              <a:gd name="csY1213" fmla="*/ 137409 h 406008"/>
              <a:gd name="csX1214" fmla="*/ 6498002 w 7231055"/>
              <a:gd name="csY1214" fmla="*/ 166010 h 406008"/>
              <a:gd name="csX1215" fmla="*/ 6502976 w 7231055"/>
              <a:gd name="csY1215" fmla="*/ 139896 h 406008"/>
              <a:gd name="csX1216" fmla="*/ 6508572 w 7231055"/>
              <a:gd name="csY1216" fmla="*/ 152331 h 406008"/>
              <a:gd name="csX1217" fmla="*/ 6513546 w 7231055"/>
              <a:gd name="csY1217" fmla="*/ 145492 h 406008"/>
              <a:gd name="csX1218" fmla="*/ 6519142 w 7231055"/>
              <a:gd name="csY1218" fmla="*/ 144870 h 406008"/>
              <a:gd name="csX1219" fmla="*/ 6524738 w 7231055"/>
              <a:gd name="csY1219" fmla="*/ 147357 h 406008"/>
              <a:gd name="csX1220" fmla="*/ 6529711 w 7231055"/>
              <a:gd name="csY1220" fmla="*/ 143005 h 406008"/>
              <a:gd name="csX1221" fmla="*/ 6535307 w 7231055"/>
              <a:gd name="csY1221" fmla="*/ 143005 h 406008"/>
              <a:gd name="csX1222" fmla="*/ 6540903 w 7231055"/>
              <a:gd name="csY1222" fmla="*/ 147979 h 406008"/>
              <a:gd name="csX1223" fmla="*/ 6545878 w 7231055"/>
              <a:gd name="csY1223" fmla="*/ 152331 h 406008"/>
              <a:gd name="csX1224" fmla="*/ 6551473 w 7231055"/>
              <a:gd name="csY1224" fmla="*/ 151088 h 406008"/>
              <a:gd name="csX1225" fmla="*/ 6556447 w 7231055"/>
              <a:gd name="csY1225" fmla="*/ 150466 h 406008"/>
              <a:gd name="csX1226" fmla="*/ 6562043 w 7231055"/>
              <a:gd name="csY1226" fmla="*/ 146113 h 406008"/>
              <a:gd name="csX1227" fmla="*/ 6567639 w 7231055"/>
              <a:gd name="csY1227" fmla="*/ 148600 h 406008"/>
              <a:gd name="csX1228" fmla="*/ 6572613 w 7231055"/>
              <a:gd name="csY1228" fmla="*/ 145492 h 406008"/>
              <a:gd name="csX1229" fmla="*/ 6578209 w 7231055"/>
              <a:gd name="csY1229" fmla="*/ 145492 h 406008"/>
              <a:gd name="csX1230" fmla="*/ 6583183 w 7231055"/>
              <a:gd name="csY1230" fmla="*/ 145492 h 406008"/>
              <a:gd name="csX1231" fmla="*/ 6588779 w 7231055"/>
              <a:gd name="csY1231" fmla="*/ 149222 h 406008"/>
              <a:gd name="csX1232" fmla="*/ 6594375 w 7231055"/>
              <a:gd name="csY1232" fmla="*/ 146113 h 406008"/>
              <a:gd name="csX1233" fmla="*/ 6599349 w 7231055"/>
              <a:gd name="csY1233" fmla="*/ 150466 h 406008"/>
              <a:gd name="csX1234" fmla="*/ 6604945 w 7231055"/>
              <a:gd name="csY1234" fmla="*/ 147979 h 406008"/>
              <a:gd name="csX1235" fmla="*/ 6609919 w 7231055"/>
              <a:gd name="csY1235" fmla="*/ 146113 h 406008"/>
              <a:gd name="csX1236" fmla="*/ 6615515 w 7231055"/>
              <a:gd name="csY1236" fmla="*/ 144870 h 406008"/>
              <a:gd name="csX1237" fmla="*/ 6621111 w 7231055"/>
              <a:gd name="csY1237" fmla="*/ 149844 h 406008"/>
              <a:gd name="csX1238" fmla="*/ 6626084 w 7231055"/>
              <a:gd name="csY1238" fmla="*/ 144248 h 406008"/>
              <a:gd name="csX1239" fmla="*/ 6631680 w 7231055"/>
              <a:gd name="csY1239" fmla="*/ 147357 h 406008"/>
              <a:gd name="csX1240" fmla="*/ 6636654 w 7231055"/>
              <a:gd name="csY1240" fmla="*/ 147357 h 406008"/>
              <a:gd name="csX1241" fmla="*/ 6642250 w 7231055"/>
              <a:gd name="csY1241" fmla="*/ 144870 h 406008"/>
              <a:gd name="csX1242" fmla="*/ 6647846 w 7231055"/>
              <a:gd name="csY1242" fmla="*/ 147357 h 406008"/>
              <a:gd name="csX1243" fmla="*/ 6652820 w 7231055"/>
              <a:gd name="csY1243" fmla="*/ 147357 h 406008"/>
              <a:gd name="csX1244" fmla="*/ 6658416 w 7231055"/>
              <a:gd name="csY1244" fmla="*/ 144248 h 406008"/>
              <a:gd name="csX1245" fmla="*/ 6664012 w 7231055"/>
              <a:gd name="csY1245" fmla="*/ 145492 h 406008"/>
              <a:gd name="csX1246" fmla="*/ 6668986 w 7231055"/>
              <a:gd name="csY1246" fmla="*/ 145492 h 406008"/>
              <a:gd name="csX1247" fmla="*/ 6674582 w 7231055"/>
              <a:gd name="csY1247" fmla="*/ 148600 h 406008"/>
              <a:gd name="csX1248" fmla="*/ 6679556 w 7231055"/>
              <a:gd name="csY1248" fmla="*/ 153575 h 406008"/>
              <a:gd name="csX1249" fmla="*/ 6685151 w 7231055"/>
              <a:gd name="csY1249" fmla="*/ 146113 h 406008"/>
              <a:gd name="csX1250" fmla="*/ 6690747 w 7231055"/>
              <a:gd name="csY1250" fmla="*/ 148600 h 406008"/>
              <a:gd name="csX1251" fmla="*/ 6695722 w 7231055"/>
              <a:gd name="csY1251" fmla="*/ 149844 h 406008"/>
              <a:gd name="csX1252" fmla="*/ 6701318 w 7231055"/>
              <a:gd name="csY1252" fmla="*/ 147357 h 406008"/>
              <a:gd name="csX1253" fmla="*/ 6706291 w 7231055"/>
              <a:gd name="csY1253" fmla="*/ 118756 h 406008"/>
              <a:gd name="csX1254" fmla="*/ 6711887 w 7231055"/>
              <a:gd name="csY1254" fmla="*/ 146735 h 406008"/>
              <a:gd name="csX1255" fmla="*/ 6717483 w 7231055"/>
              <a:gd name="csY1255" fmla="*/ 140518 h 406008"/>
              <a:gd name="csX1256" fmla="*/ 6722457 w 7231055"/>
              <a:gd name="csY1256" fmla="*/ 143005 h 406008"/>
              <a:gd name="csX1257" fmla="*/ 6728053 w 7231055"/>
              <a:gd name="csY1257" fmla="*/ 130569 h 406008"/>
              <a:gd name="csX1258" fmla="*/ 6733027 w 7231055"/>
              <a:gd name="csY1258" fmla="*/ 226942 h 406008"/>
              <a:gd name="csX1259" fmla="*/ 6738623 w 7231055"/>
              <a:gd name="csY1259" fmla="*/ 177201 h 406008"/>
              <a:gd name="csX1260" fmla="*/ 6744218 w 7231055"/>
              <a:gd name="csY1260" fmla="*/ 175336 h 406008"/>
              <a:gd name="csX1261" fmla="*/ 6749193 w 7231055"/>
              <a:gd name="csY1261" fmla="*/ 132435 h 406008"/>
              <a:gd name="csX1262" fmla="*/ 6754789 w 7231055"/>
              <a:gd name="csY1262" fmla="*/ 103212 h 406008"/>
              <a:gd name="csX1263" fmla="*/ 6759762 w 7231055"/>
              <a:gd name="csY1263" fmla="*/ 221968 h 406008"/>
              <a:gd name="csX1264" fmla="*/ 6765358 w 7231055"/>
              <a:gd name="csY1264" fmla="*/ 134300 h 406008"/>
              <a:gd name="csX1265" fmla="*/ 6770954 w 7231055"/>
              <a:gd name="csY1265" fmla="*/ 205180 h 406008"/>
              <a:gd name="csX1266" fmla="*/ 6775929 w 7231055"/>
              <a:gd name="csY1266" fmla="*/ 359377 h 406008"/>
              <a:gd name="csX1267" fmla="*/ 6781524 w 7231055"/>
              <a:gd name="csY1267" fmla="*/ 111917 h 406008"/>
              <a:gd name="csX1268" fmla="*/ 6786498 w 7231055"/>
              <a:gd name="csY1268" fmla="*/ 40414 h 406008"/>
              <a:gd name="csX1269" fmla="*/ 6792094 w 7231055"/>
              <a:gd name="csY1269" fmla="*/ 96373 h 406008"/>
              <a:gd name="csX1270" fmla="*/ 6797690 w 7231055"/>
              <a:gd name="csY1270" fmla="*/ 346320 h 406008"/>
              <a:gd name="csX1271" fmla="*/ 6802664 w 7231055"/>
              <a:gd name="csY1271" fmla="*/ 113160 h 406008"/>
              <a:gd name="csX1272" fmla="*/ 6808260 w 7231055"/>
              <a:gd name="csY1272" fmla="*/ 115025 h 406008"/>
              <a:gd name="csX1273" fmla="*/ 6813856 w 7231055"/>
              <a:gd name="csY1273" fmla="*/ 170984 h 406008"/>
              <a:gd name="csX1274" fmla="*/ 6818829 w 7231055"/>
              <a:gd name="csY1274" fmla="*/ 88912 h 406008"/>
              <a:gd name="csX1275" fmla="*/ 6824425 w 7231055"/>
              <a:gd name="csY1275" fmla="*/ 146113 h 406008"/>
              <a:gd name="csX1276" fmla="*/ 6829400 w 7231055"/>
              <a:gd name="csY1276" fmla="*/ 116269 h 406008"/>
              <a:gd name="csX1277" fmla="*/ 6834996 w 7231055"/>
              <a:gd name="csY1277" fmla="*/ 120000 h 406008"/>
              <a:gd name="csX1278" fmla="*/ 6840591 w 7231055"/>
              <a:gd name="csY1278" fmla="*/ 85803 h 406008"/>
              <a:gd name="csX1279" fmla="*/ 6845565 w 7231055"/>
              <a:gd name="csY1279" fmla="*/ 97616 h 406008"/>
              <a:gd name="csX1280" fmla="*/ 6851161 w 7231055"/>
              <a:gd name="csY1280" fmla="*/ 128082 h 406008"/>
              <a:gd name="csX1281" fmla="*/ 6856135 w 7231055"/>
              <a:gd name="csY1281" fmla="*/ 147979 h 406008"/>
              <a:gd name="csX1282" fmla="*/ 6861731 w 7231055"/>
              <a:gd name="csY1282" fmla="*/ 138031 h 406008"/>
              <a:gd name="csX1283" fmla="*/ 6867327 w 7231055"/>
              <a:gd name="csY1283" fmla="*/ 142383 h 406008"/>
              <a:gd name="csX1284" fmla="*/ 6872301 w 7231055"/>
              <a:gd name="csY1284" fmla="*/ 161036 h 406008"/>
              <a:gd name="csX1285" fmla="*/ 6877896 w 7231055"/>
              <a:gd name="csY1285" fmla="*/ 151088 h 406008"/>
              <a:gd name="csX1286" fmla="*/ 6882871 w 7231055"/>
              <a:gd name="csY1286" fmla="*/ 154818 h 406008"/>
              <a:gd name="csX1287" fmla="*/ 6888467 w 7231055"/>
              <a:gd name="csY1287" fmla="*/ 154196 h 406008"/>
              <a:gd name="csX1288" fmla="*/ 6894063 w 7231055"/>
              <a:gd name="csY1288" fmla="*/ 149844 h 406008"/>
              <a:gd name="csX1289" fmla="*/ 6899036 w 7231055"/>
              <a:gd name="csY1289" fmla="*/ 137409 h 406008"/>
              <a:gd name="csX1290" fmla="*/ 6904632 w 7231055"/>
              <a:gd name="csY1290" fmla="*/ 151088 h 406008"/>
              <a:gd name="csX1291" fmla="*/ 6909607 w 7231055"/>
              <a:gd name="csY1291" fmla="*/ 146735 h 406008"/>
              <a:gd name="csX1292" fmla="*/ 6915202 w 7231055"/>
              <a:gd name="csY1292" fmla="*/ 146113 h 406008"/>
              <a:gd name="csX1293" fmla="*/ 6920798 w 7231055"/>
              <a:gd name="csY1293" fmla="*/ 185906 h 406008"/>
              <a:gd name="csX1294" fmla="*/ 6925772 w 7231055"/>
              <a:gd name="csY1294" fmla="*/ 151088 h 406008"/>
              <a:gd name="csX1295" fmla="*/ 6931368 w 7231055"/>
              <a:gd name="csY1295" fmla="*/ 126839 h 406008"/>
              <a:gd name="csX1296" fmla="*/ 6936964 w 7231055"/>
              <a:gd name="csY1296" fmla="*/ 111295 h 406008"/>
              <a:gd name="csX1297" fmla="*/ 6941938 w 7231055"/>
              <a:gd name="csY1297" fmla="*/ 143005 h 406008"/>
              <a:gd name="csX1298" fmla="*/ 6947534 w 7231055"/>
              <a:gd name="csY1298" fmla="*/ 267356 h 406008"/>
              <a:gd name="csX1299" fmla="*/ 6952508 w 7231055"/>
              <a:gd name="csY1299" fmla="*/ 220724 h 406008"/>
              <a:gd name="csX1300" fmla="*/ 6958104 w 7231055"/>
              <a:gd name="csY1300" fmla="*/ 81450 h 406008"/>
              <a:gd name="csX1301" fmla="*/ 6963699 w 7231055"/>
              <a:gd name="csY1301" fmla="*/ 239999 h 406008"/>
              <a:gd name="csX1302" fmla="*/ 6968674 w 7231055"/>
              <a:gd name="csY1302" fmla="*/ 207667 h 406008"/>
              <a:gd name="csX1303" fmla="*/ 6974269 w 7231055"/>
              <a:gd name="csY1303" fmla="*/ 35440 h 406008"/>
              <a:gd name="csX1304" fmla="*/ 6979243 w 7231055"/>
              <a:gd name="csY1304" fmla="*/ 217616 h 406008"/>
              <a:gd name="csX1305" fmla="*/ 6984839 w 7231055"/>
              <a:gd name="csY1305" fmla="*/ 210776 h 406008"/>
              <a:gd name="csX1306" fmla="*/ 6990435 w 7231055"/>
              <a:gd name="csY1306" fmla="*/ 39171 h 406008"/>
              <a:gd name="csX1307" fmla="*/ 6995409 w 7231055"/>
              <a:gd name="csY1307" fmla="*/ 200828 h 406008"/>
              <a:gd name="csX1308" fmla="*/ 7001005 w 7231055"/>
              <a:gd name="csY1308" fmla="*/ 206424 h 406008"/>
              <a:gd name="csX1309" fmla="*/ 7005979 w 7231055"/>
              <a:gd name="csY1309" fmla="*/ 42280 h 406008"/>
              <a:gd name="csX1310" fmla="*/ 7011575 w 7231055"/>
              <a:gd name="csY1310" fmla="*/ 198341 h 406008"/>
              <a:gd name="csX1311" fmla="*/ 7017171 w 7231055"/>
              <a:gd name="csY1311" fmla="*/ 188393 h 406008"/>
              <a:gd name="csX1312" fmla="*/ 7022145 w 7231055"/>
              <a:gd name="csY1312" fmla="*/ 182175 h 406008"/>
              <a:gd name="csX1313" fmla="*/ 7027741 w 7231055"/>
              <a:gd name="csY1313" fmla="*/ 131191 h 406008"/>
              <a:gd name="csX1314" fmla="*/ 7032715 w 7231055"/>
              <a:gd name="csY1314" fmla="*/ 227564 h 406008"/>
              <a:gd name="csX1315" fmla="*/ 7038311 w 7231055"/>
              <a:gd name="csY1315" fmla="*/ 42901 h 406008"/>
              <a:gd name="csX1316" fmla="*/ 7043907 w 7231055"/>
              <a:gd name="csY1316" fmla="*/ 224455 h 406008"/>
              <a:gd name="csX1317" fmla="*/ 7048880 w 7231055"/>
              <a:gd name="csY1317" fmla="*/ 186528 h 406008"/>
              <a:gd name="csX1318" fmla="*/ 7054476 w 7231055"/>
              <a:gd name="csY1318" fmla="*/ 138031 h 406008"/>
              <a:gd name="csX1319" fmla="*/ 7060072 w 7231055"/>
              <a:gd name="csY1319" fmla="*/ 152331 h 406008"/>
              <a:gd name="csX1320" fmla="*/ 7065046 w 7231055"/>
              <a:gd name="csY1320" fmla="*/ 221346 h 406008"/>
              <a:gd name="csX1321" fmla="*/ 7070642 w 7231055"/>
              <a:gd name="csY1321" fmla="*/ 167253 h 406008"/>
              <a:gd name="csX1322" fmla="*/ 7075616 w 7231055"/>
              <a:gd name="csY1322" fmla="*/ 162279 h 406008"/>
              <a:gd name="csX1323" fmla="*/ 7081212 w 7231055"/>
              <a:gd name="csY1323" fmla="*/ 123730 h 406008"/>
              <a:gd name="csX1324" fmla="*/ 7086808 w 7231055"/>
              <a:gd name="csY1324" fmla="*/ 165388 h 406008"/>
              <a:gd name="csX1325" fmla="*/ 7091782 w 7231055"/>
              <a:gd name="csY1325" fmla="*/ 147979 h 406008"/>
              <a:gd name="csX1326" fmla="*/ 7097378 w 7231055"/>
              <a:gd name="csY1326" fmla="*/ 149222 h 406008"/>
              <a:gd name="csX1327" fmla="*/ 7102352 w 7231055"/>
              <a:gd name="csY1327" fmla="*/ 160414 h 406008"/>
              <a:gd name="csX1328" fmla="*/ 7107947 w 7231055"/>
              <a:gd name="csY1328" fmla="*/ 137409 h 406008"/>
              <a:gd name="csX1329" fmla="*/ 7113543 w 7231055"/>
              <a:gd name="csY1329" fmla="*/ 111917 h 406008"/>
              <a:gd name="csX1330" fmla="*/ 7118518 w 7231055"/>
              <a:gd name="csY1330" fmla="*/ 162279 h 406008"/>
              <a:gd name="csX1331" fmla="*/ 7124114 w 7231055"/>
              <a:gd name="csY1331" fmla="*/ 29844 h 406008"/>
              <a:gd name="csX1332" fmla="*/ 7129087 w 7231055"/>
              <a:gd name="csY1332" fmla="*/ 272331 h 406008"/>
              <a:gd name="csX1333" fmla="*/ 7134683 w 7231055"/>
              <a:gd name="csY1333" fmla="*/ 205802 h 406008"/>
              <a:gd name="csX1334" fmla="*/ 7140279 w 7231055"/>
              <a:gd name="csY1334" fmla="*/ 114404 h 406008"/>
              <a:gd name="csX1335" fmla="*/ 7145253 w 7231055"/>
              <a:gd name="csY1335" fmla="*/ 169740 h 406008"/>
              <a:gd name="csX1336" fmla="*/ 7150849 w 7231055"/>
              <a:gd name="csY1336" fmla="*/ 212642 h 406008"/>
              <a:gd name="csX1337" fmla="*/ 7155823 w 7231055"/>
              <a:gd name="csY1337" fmla="*/ 176579 h 406008"/>
              <a:gd name="csX1338" fmla="*/ 7161419 w 7231055"/>
              <a:gd name="csY1338" fmla="*/ 18653 h 406008"/>
              <a:gd name="csX1339" fmla="*/ 7167014 w 7231055"/>
              <a:gd name="csY1339" fmla="*/ 1244 h 406008"/>
              <a:gd name="csX1340" fmla="*/ 7171989 w 7231055"/>
              <a:gd name="csY1340" fmla="*/ 31088 h 406008"/>
              <a:gd name="csX1341" fmla="*/ 7177585 w 7231055"/>
              <a:gd name="csY1341" fmla="*/ 98238 h 406008"/>
              <a:gd name="csX1342" fmla="*/ 7183181 w 7231055"/>
              <a:gd name="csY1342" fmla="*/ 138652 h 406008"/>
              <a:gd name="csX1343" fmla="*/ 7188154 w 7231055"/>
              <a:gd name="csY1343" fmla="*/ 136787 h 406008"/>
              <a:gd name="csX1344" fmla="*/ 7193750 w 7231055"/>
              <a:gd name="csY1344" fmla="*/ 133678 h 406008"/>
              <a:gd name="csX1345" fmla="*/ 7198725 w 7231055"/>
              <a:gd name="csY1345" fmla="*/ 139274 h 406008"/>
              <a:gd name="csX1346" fmla="*/ 7204320 w 7231055"/>
              <a:gd name="csY1346" fmla="*/ 151088 h 406008"/>
              <a:gd name="csX1347" fmla="*/ 7209916 w 7231055"/>
              <a:gd name="csY1347" fmla="*/ 154818 h 406008"/>
              <a:gd name="csX1348" fmla="*/ 7214890 w 7231055"/>
              <a:gd name="csY1348" fmla="*/ 124974 h 406008"/>
              <a:gd name="csX1349" fmla="*/ 7220486 w 7231055"/>
              <a:gd name="csY1349" fmla="*/ 186528 h 406008"/>
              <a:gd name="csX1350" fmla="*/ 7225460 w 7231055"/>
              <a:gd name="csY1350" fmla="*/ 143005 h 406008"/>
              <a:gd name="csX1351" fmla="*/ 7231056 w 7231055"/>
              <a:gd name="csY1351" fmla="*/ 90155 h 40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</a:cxnLst>
            <a:rect l="l" t="t" r="r" b="b"/>
            <a:pathLst>
              <a:path w="7231055" h="406008">
                <a:moveTo>
                  <a:pt x="0" y="140518"/>
                </a:moveTo>
                <a:lnTo>
                  <a:pt x="5596" y="239999"/>
                </a:lnTo>
                <a:lnTo>
                  <a:pt x="10570" y="98238"/>
                </a:lnTo>
                <a:lnTo>
                  <a:pt x="16166" y="219481"/>
                </a:lnTo>
                <a:lnTo>
                  <a:pt x="21140" y="206424"/>
                </a:lnTo>
                <a:lnTo>
                  <a:pt x="26736" y="29223"/>
                </a:lnTo>
                <a:lnTo>
                  <a:pt x="32331" y="31710"/>
                </a:lnTo>
                <a:lnTo>
                  <a:pt x="37306" y="191502"/>
                </a:lnTo>
                <a:lnTo>
                  <a:pt x="42901" y="36062"/>
                </a:lnTo>
                <a:lnTo>
                  <a:pt x="47875" y="151088"/>
                </a:lnTo>
                <a:lnTo>
                  <a:pt x="53471" y="181554"/>
                </a:lnTo>
                <a:lnTo>
                  <a:pt x="59067" y="147979"/>
                </a:lnTo>
                <a:lnTo>
                  <a:pt x="64041" y="107564"/>
                </a:lnTo>
                <a:lnTo>
                  <a:pt x="69637" y="150466"/>
                </a:lnTo>
                <a:lnTo>
                  <a:pt x="75233" y="138031"/>
                </a:lnTo>
                <a:lnTo>
                  <a:pt x="80207" y="163523"/>
                </a:lnTo>
                <a:lnTo>
                  <a:pt x="85803" y="144248"/>
                </a:lnTo>
                <a:lnTo>
                  <a:pt x="90777" y="149222"/>
                </a:lnTo>
                <a:lnTo>
                  <a:pt x="96373" y="141761"/>
                </a:lnTo>
                <a:lnTo>
                  <a:pt x="101968" y="143626"/>
                </a:lnTo>
                <a:lnTo>
                  <a:pt x="106943" y="152953"/>
                </a:lnTo>
                <a:lnTo>
                  <a:pt x="112538" y="142383"/>
                </a:lnTo>
                <a:lnTo>
                  <a:pt x="117512" y="141139"/>
                </a:lnTo>
                <a:lnTo>
                  <a:pt x="123108" y="144248"/>
                </a:lnTo>
                <a:lnTo>
                  <a:pt x="128704" y="151088"/>
                </a:lnTo>
                <a:lnTo>
                  <a:pt x="133678" y="147979"/>
                </a:lnTo>
                <a:lnTo>
                  <a:pt x="139274" y="146113"/>
                </a:lnTo>
                <a:lnTo>
                  <a:pt x="144248" y="147357"/>
                </a:lnTo>
                <a:lnTo>
                  <a:pt x="149844" y="146113"/>
                </a:lnTo>
                <a:lnTo>
                  <a:pt x="155440" y="144248"/>
                </a:lnTo>
                <a:lnTo>
                  <a:pt x="160414" y="148600"/>
                </a:lnTo>
                <a:lnTo>
                  <a:pt x="166010" y="149844"/>
                </a:lnTo>
                <a:lnTo>
                  <a:pt x="170984" y="146735"/>
                </a:lnTo>
                <a:lnTo>
                  <a:pt x="176579" y="144870"/>
                </a:lnTo>
                <a:lnTo>
                  <a:pt x="182175" y="146735"/>
                </a:lnTo>
                <a:lnTo>
                  <a:pt x="187149" y="143005"/>
                </a:lnTo>
                <a:lnTo>
                  <a:pt x="192745" y="141139"/>
                </a:lnTo>
                <a:lnTo>
                  <a:pt x="198341" y="151088"/>
                </a:lnTo>
                <a:lnTo>
                  <a:pt x="203315" y="145492"/>
                </a:lnTo>
                <a:lnTo>
                  <a:pt x="208911" y="151088"/>
                </a:lnTo>
                <a:lnTo>
                  <a:pt x="213885" y="152331"/>
                </a:lnTo>
                <a:lnTo>
                  <a:pt x="219481" y="143005"/>
                </a:lnTo>
                <a:lnTo>
                  <a:pt x="225077" y="145492"/>
                </a:lnTo>
                <a:lnTo>
                  <a:pt x="230051" y="149844"/>
                </a:lnTo>
                <a:lnTo>
                  <a:pt x="235647" y="144248"/>
                </a:lnTo>
                <a:lnTo>
                  <a:pt x="240621" y="147979"/>
                </a:lnTo>
                <a:lnTo>
                  <a:pt x="246217" y="149222"/>
                </a:lnTo>
                <a:lnTo>
                  <a:pt x="251812" y="144870"/>
                </a:lnTo>
                <a:lnTo>
                  <a:pt x="256786" y="146735"/>
                </a:lnTo>
                <a:lnTo>
                  <a:pt x="262382" y="149222"/>
                </a:lnTo>
                <a:lnTo>
                  <a:pt x="267356" y="149222"/>
                </a:lnTo>
                <a:lnTo>
                  <a:pt x="272952" y="140518"/>
                </a:lnTo>
                <a:lnTo>
                  <a:pt x="278548" y="146735"/>
                </a:lnTo>
                <a:lnTo>
                  <a:pt x="283522" y="147979"/>
                </a:lnTo>
                <a:lnTo>
                  <a:pt x="289118" y="143626"/>
                </a:lnTo>
                <a:lnTo>
                  <a:pt x="294092" y="151088"/>
                </a:lnTo>
                <a:lnTo>
                  <a:pt x="299688" y="147979"/>
                </a:lnTo>
                <a:lnTo>
                  <a:pt x="305284" y="147357"/>
                </a:lnTo>
                <a:lnTo>
                  <a:pt x="310258" y="149222"/>
                </a:lnTo>
                <a:lnTo>
                  <a:pt x="315854" y="145492"/>
                </a:lnTo>
                <a:lnTo>
                  <a:pt x="321449" y="143626"/>
                </a:lnTo>
                <a:lnTo>
                  <a:pt x="326423" y="144870"/>
                </a:lnTo>
                <a:lnTo>
                  <a:pt x="332019" y="144870"/>
                </a:lnTo>
                <a:lnTo>
                  <a:pt x="336993" y="147979"/>
                </a:lnTo>
                <a:lnTo>
                  <a:pt x="342589" y="149844"/>
                </a:lnTo>
                <a:lnTo>
                  <a:pt x="348185" y="147979"/>
                </a:lnTo>
                <a:lnTo>
                  <a:pt x="353159" y="131191"/>
                </a:lnTo>
                <a:lnTo>
                  <a:pt x="358755" y="149222"/>
                </a:lnTo>
                <a:lnTo>
                  <a:pt x="363729" y="175958"/>
                </a:lnTo>
                <a:lnTo>
                  <a:pt x="369325" y="100103"/>
                </a:lnTo>
                <a:lnTo>
                  <a:pt x="374921" y="133056"/>
                </a:lnTo>
                <a:lnTo>
                  <a:pt x="379895" y="131191"/>
                </a:lnTo>
                <a:lnTo>
                  <a:pt x="385491" y="121243"/>
                </a:lnTo>
                <a:lnTo>
                  <a:pt x="390465" y="204559"/>
                </a:lnTo>
                <a:lnTo>
                  <a:pt x="396060" y="138652"/>
                </a:lnTo>
                <a:lnTo>
                  <a:pt x="401656" y="406009"/>
                </a:lnTo>
                <a:lnTo>
                  <a:pt x="406630" y="282900"/>
                </a:lnTo>
                <a:lnTo>
                  <a:pt x="412226" y="68393"/>
                </a:lnTo>
                <a:lnTo>
                  <a:pt x="417200" y="236268"/>
                </a:lnTo>
                <a:lnTo>
                  <a:pt x="422796" y="236268"/>
                </a:lnTo>
                <a:lnTo>
                  <a:pt x="428392" y="109430"/>
                </a:lnTo>
                <a:lnTo>
                  <a:pt x="433366" y="146735"/>
                </a:lnTo>
                <a:lnTo>
                  <a:pt x="438962" y="178445"/>
                </a:lnTo>
                <a:lnTo>
                  <a:pt x="444558" y="106321"/>
                </a:lnTo>
                <a:lnTo>
                  <a:pt x="449532" y="79585"/>
                </a:lnTo>
                <a:lnTo>
                  <a:pt x="455128" y="289740"/>
                </a:lnTo>
                <a:lnTo>
                  <a:pt x="460102" y="126839"/>
                </a:lnTo>
                <a:lnTo>
                  <a:pt x="465697" y="110673"/>
                </a:lnTo>
                <a:lnTo>
                  <a:pt x="471293" y="95129"/>
                </a:lnTo>
                <a:lnTo>
                  <a:pt x="476267" y="179688"/>
                </a:lnTo>
                <a:lnTo>
                  <a:pt x="481863" y="186528"/>
                </a:lnTo>
                <a:lnTo>
                  <a:pt x="486837" y="143626"/>
                </a:lnTo>
                <a:lnTo>
                  <a:pt x="492433" y="150466"/>
                </a:lnTo>
                <a:lnTo>
                  <a:pt x="498029" y="142383"/>
                </a:lnTo>
                <a:lnTo>
                  <a:pt x="503003" y="156062"/>
                </a:lnTo>
                <a:lnTo>
                  <a:pt x="508599" y="146735"/>
                </a:lnTo>
                <a:lnTo>
                  <a:pt x="513573" y="144870"/>
                </a:lnTo>
                <a:lnTo>
                  <a:pt x="519169" y="147979"/>
                </a:lnTo>
                <a:lnTo>
                  <a:pt x="524764" y="144248"/>
                </a:lnTo>
                <a:lnTo>
                  <a:pt x="529739" y="145492"/>
                </a:lnTo>
                <a:lnTo>
                  <a:pt x="535334" y="143626"/>
                </a:lnTo>
                <a:lnTo>
                  <a:pt x="540308" y="143005"/>
                </a:lnTo>
                <a:lnTo>
                  <a:pt x="545904" y="150466"/>
                </a:lnTo>
                <a:lnTo>
                  <a:pt x="551500" y="145492"/>
                </a:lnTo>
                <a:lnTo>
                  <a:pt x="556474" y="154196"/>
                </a:lnTo>
                <a:lnTo>
                  <a:pt x="562070" y="148600"/>
                </a:lnTo>
                <a:lnTo>
                  <a:pt x="567044" y="149844"/>
                </a:lnTo>
                <a:lnTo>
                  <a:pt x="572640" y="147979"/>
                </a:lnTo>
                <a:lnTo>
                  <a:pt x="578236" y="141761"/>
                </a:lnTo>
                <a:lnTo>
                  <a:pt x="583210" y="161036"/>
                </a:lnTo>
                <a:lnTo>
                  <a:pt x="588806" y="58445"/>
                </a:lnTo>
                <a:lnTo>
                  <a:pt x="594402" y="76476"/>
                </a:lnTo>
                <a:lnTo>
                  <a:pt x="599376" y="162279"/>
                </a:lnTo>
                <a:lnTo>
                  <a:pt x="604971" y="265491"/>
                </a:lnTo>
                <a:lnTo>
                  <a:pt x="609946" y="244351"/>
                </a:lnTo>
                <a:lnTo>
                  <a:pt x="615541" y="131191"/>
                </a:lnTo>
                <a:lnTo>
                  <a:pt x="621137" y="172227"/>
                </a:lnTo>
                <a:lnTo>
                  <a:pt x="626111" y="159792"/>
                </a:lnTo>
                <a:lnTo>
                  <a:pt x="631707" y="96373"/>
                </a:lnTo>
                <a:lnTo>
                  <a:pt x="636681" y="51606"/>
                </a:lnTo>
                <a:lnTo>
                  <a:pt x="642277" y="115647"/>
                </a:lnTo>
                <a:lnTo>
                  <a:pt x="647873" y="202072"/>
                </a:lnTo>
                <a:lnTo>
                  <a:pt x="652847" y="250569"/>
                </a:lnTo>
                <a:lnTo>
                  <a:pt x="658443" y="243730"/>
                </a:lnTo>
                <a:lnTo>
                  <a:pt x="663417" y="170984"/>
                </a:lnTo>
                <a:lnTo>
                  <a:pt x="669013" y="172227"/>
                </a:lnTo>
                <a:lnTo>
                  <a:pt x="674608" y="161657"/>
                </a:lnTo>
                <a:lnTo>
                  <a:pt x="679582" y="168497"/>
                </a:lnTo>
                <a:lnTo>
                  <a:pt x="685178" y="154818"/>
                </a:lnTo>
                <a:lnTo>
                  <a:pt x="690152" y="151088"/>
                </a:lnTo>
                <a:lnTo>
                  <a:pt x="695748" y="143626"/>
                </a:lnTo>
                <a:lnTo>
                  <a:pt x="701344" y="149844"/>
                </a:lnTo>
                <a:lnTo>
                  <a:pt x="706318" y="155440"/>
                </a:lnTo>
                <a:lnTo>
                  <a:pt x="711914" y="154818"/>
                </a:lnTo>
                <a:lnTo>
                  <a:pt x="717510" y="161036"/>
                </a:lnTo>
                <a:lnTo>
                  <a:pt x="722484" y="110673"/>
                </a:lnTo>
                <a:lnTo>
                  <a:pt x="728080" y="139896"/>
                </a:lnTo>
                <a:lnTo>
                  <a:pt x="733054" y="141139"/>
                </a:lnTo>
                <a:lnTo>
                  <a:pt x="738649" y="149844"/>
                </a:lnTo>
                <a:lnTo>
                  <a:pt x="744245" y="146113"/>
                </a:lnTo>
                <a:lnTo>
                  <a:pt x="749219" y="146113"/>
                </a:lnTo>
                <a:lnTo>
                  <a:pt x="754815" y="149844"/>
                </a:lnTo>
                <a:lnTo>
                  <a:pt x="759789" y="149222"/>
                </a:lnTo>
                <a:lnTo>
                  <a:pt x="765385" y="146735"/>
                </a:lnTo>
                <a:lnTo>
                  <a:pt x="770981" y="147979"/>
                </a:lnTo>
                <a:lnTo>
                  <a:pt x="775955" y="143005"/>
                </a:lnTo>
                <a:lnTo>
                  <a:pt x="781551" y="150466"/>
                </a:lnTo>
                <a:lnTo>
                  <a:pt x="786525" y="146113"/>
                </a:lnTo>
                <a:lnTo>
                  <a:pt x="792121" y="147979"/>
                </a:lnTo>
                <a:lnTo>
                  <a:pt x="797717" y="139896"/>
                </a:lnTo>
                <a:lnTo>
                  <a:pt x="802691" y="149844"/>
                </a:lnTo>
                <a:lnTo>
                  <a:pt x="808287" y="144870"/>
                </a:lnTo>
                <a:lnTo>
                  <a:pt x="813261" y="149222"/>
                </a:lnTo>
                <a:lnTo>
                  <a:pt x="818857" y="152331"/>
                </a:lnTo>
                <a:lnTo>
                  <a:pt x="824452" y="153575"/>
                </a:lnTo>
                <a:lnTo>
                  <a:pt x="829426" y="149222"/>
                </a:lnTo>
                <a:lnTo>
                  <a:pt x="835022" y="144870"/>
                </a:lnTo>
                <a:lnTo>
                  <a:pt x="840618" y="146113"/>
                </a:lnTo>
                <a:lnTo>
                  <a:pt x="845592" y="202693"/>
                </a:lnTo>
                <a:lnTo>
                  <a:pt x="851188" y="159170"/>
                </a:lnTo>
                <a:lnTo>
                  <a:pt x="856162" y="134922"/>
                </a:lnTo>
                <a:lnTo>
                  <a:pt x="861758" y="184662"/>
                </a:lnTo>
                <a:lnTo>
                  <a:pt x="867354" y="161657"/>
                </a:lnTo>
                <a:lnTo>
                  <a:pt x="872328" y="46010"/>
                </a:lnTo>
                <a:lnTo>
                  <a:pt x="877924" y="241864"/>
                </a:lnTo>
                <a:lnTo>
                  <a:pt x="882898" y="152331"/>
                </a:lnTo>
                <a:lnTo>
                  <a:pt x="888493" y="247460"/>
                </a:lnTo>
                <a:lnTo>
                  <a:pt x="894089" y="43523"/>
                </a:lnTo>
                <a:lnTo>
                  <a:pt x="899063" y="213885"/>
                </a:lnTo>
                <a:lnTo>
                  <a:pt x="904659" y="162901"/>
                </a:lnTo>
                <a:lnTo>
                  <a:pt x="909633" y="155440"/>
                </a:lnTo>
                <a:lnTo>
                  <a:pt x="915229" y="149222"/>
                </a:lnTo>
                <a:lnTo>
                  <a:pt x="920825" y="140518"/>
                </a:lnTo>
                <a:lnTo>
                  <a:pt x="925799" y="146113"/>
                </a:lnTo>
                <a:lnTo>
                  <a:pt x="931395" y="140518"/>
                </a:lnTo>
                <a:lnTo>
                  <a:pt x="936369" y="143005"/>
                </a:lnTo>
                <a:lnTo>
                  <a:pt x="941965" y="147979"/>
                </a:lnTo>
                <a:lnTo>
                  <a:pt x="947560" y="162901"/>
                </a:lnTo>
                <a:lnTo>
                  <a:pt x="952535" y="143626"/>
                </a:lnTo>
                <a:lnTo>
                  <a:pt x="958130" y="133056"/>
                </a:lnTo>
                <a:lnTo>
                  <a:pt x="963726" y="144870"/>
                </a:lnTo>
                <a:lnTo>
                  <a:pt x="968700" y="147979"/>
                </a:lnTo>
                <a:lnTo>
                  <a:pt x="974296" y="154196"/>
                </a:lnTo>
                <a:lnTo>
                  <a:pt x="979270" y="172849"/>
                </a:lnTo>
                <a:lnTo>
                  <a:pt x="984866" y="143626"/>
                </a:lnTo>
                <a:lnTo>
                  <a:pt x="990462" y="189015"/>
                </a:lnTo>
                <a:lnTo>
                  <a:pt x="995436" y="131813"/>
                </a:lnTo>
                <a:lnTo>
                  <a:pt x="1001032" y="157927"/>
                </a:lnTo>
                <a:lnTo>
                  <a:pt x="1006006" y="147979"/>
                </a:lnTo>
                <a:lnTo>
                  <a:pt x="1011602" y="140518"/>
                </a:lnTo>
                <a:lnTo>
                  <a:pt x="1017198" y="104456"/>
                </a:lnTo>
                <a:lnTo>
                  <a:pt x="1022172" y="107564"/>
                </a:lnTo>
                <a:lnTo>
                  <a:pt x="1027767" y="56580"/>
                </a:lnTo>
                <a:lnTo>
                  <a:pt x="1032742" y="34819"/>
                </a:lnTo>
                <a:lnTo>
                  <a:pt x="1038337" y="37306"/>
                </a:lnTo>
                <a:lnTo>
                  <a:pt x="1043933" y="24870"/>
                </a:lnTo>
                <a:lnTo>
                  <a:pt x="1048907" y="6218"/>
                </a:lnTo>
                <a:lnTo>
                  <a:pt x="1054503" y="0"/>
                </a:lnTo>
                <a:lnTo>
                  <a:pt x="1059477" y="37927"/>
                </a:lnTo>
                <a:lnTo>
                  <a:pt x="1065073" y="166631"/>
                </a:lnTo>
                <a:lnTo>
                  <a:pt x="1070669" y="239999"/>
                </a:lnTo>
                <a:lnTo>
                  <a:pt x="1075643" y="239377"/>
                </a:lnTo>
                <a:lnTo>
                  <a:pt x="1081239" y="171605"/>
                </a:lnTo>
                <a:lnTo>
                  <a:pt x="1086834" y="111295"/>
                </a:lnTo>
                <a:lnTo>
                  <a:pt x="1091809" y="131813"/>
                </a:lnTo>
                <a:lnTo>
                  <a:pt x="1097404" y="108186"/>
                </a:lnTo>
                <a:lnTo>
                  <a:pt x="1102378" y="225699"/>
                </a:lnTo>
                <a:lnTo>
                  <a:pt x="1107974" y="139896"/>
                </a:lnTo>
                <a:lnTo>
                  <a:pt x="1113570" y="88912"/>
                </a:lnTo>
                <a:lnTo>
                  <a:pt x="1118544" y="222590"/>
                </a:lnTo>
                <a:lnTo>
                  <a:pt x="1124140" y="152331"/>
                </a:lnTo>
                <a:lnTo>
                  <a:pt x="1129114" y="91399"/>
                </a:lnTo>
                <a:lnTo>
                  <a:pt x="1134710" y="128082"/>
                </a:lnTo>
                <a:lnTo>
                  <a:pt x="1140306" y="156062"/>
                </a:lnTo>
                <a:lnTo>
                  <a:pt x="1145280" y="188393"/>
                </a:lnTo>
                <a:lnTo>
                  <a:pt x="1150876" y="144870"/>
                </a:lnTo>
                <a:lnTo>
                  <a:pt x="1155850" y="128704"/>
                </a:lnTo>
                <a:lnTo>
                  <a:pt x="1161446" y="131191"/>
                </a:lnTo>
                <a:lnTo>
                  <a:pt x="1167042" y="159792"/>
                </a:lnTo>
                <a:lnTo>
                  <a:pt x="1172016" y="211398"/>
                </a:lnTo>
                <a:lnTo>
                  <a:pt x="1177611" y="50363"/>
                </a:lnTo>
                <a:lnTo>
                  <a:pt x="1182585" y="180932"/>
                </a:lnTo>
                <a:lnTo>
                  <a:pt x="1188181" y="174714"/>
                </a:lnTo>
                <a:lnTo>
                  <a:pt x="1193777" y="98860"/>
                </a:lnTo>
                <a:lnTo>
                  <a:pt x="1198751" y="173471"/>
                </a:lnTo>
                <a:lnTo>
                  <a:pt x="1204347" y="149844"/>
                </a:lnTo>
                <a:lnTo>
                  <a:pt x="1209943" y="129948"/>
                </a:lnTo>
                <a:lnTo>
                  <a:pt x="1214917" y="212642"/>
                </a:lnTo>
                <a:lnTo>
                  <a:pt x="1220513" y="144248"/>
                </a:lnTo>
                <a:lnTo>
                  <a:pt x="1225487" y="111917"/>
                </a:lnTo>
                <a:lnTo>
                  <a:pt x="1231083" y="119378"/>
                </a:lnTo>
                <a:lnTo>
                  <a:pt x="1236678" y="182175"/>
                </a:lnTo>
                <a:lnTo>
                  <a:pt x="1241653" y="159170"/>
                </a:lnTo>
                <a:lnTo>
                  <a:pt x="1247248" y="90155"/>
                </a:lnTo>
                <a:lnTo>
                  <a:pt x="1252222" y="65906"/>
                </a:lnTo>
                <a:lnTo>
                  <a:pt x="1257818" y="180310"/>
                </a:lnTo>
                <a:lnTo>
                  <a:pt x="1263414" y="241243"/>
                </a:lnTo>
                <a:lnTo>
                  <a:pt x="1268388" y="233781"/>
                </a:lnTo>
                <a:lnTo>
                  <a:pt x="1273984" y="176579"/>
                </a:lnTo>
                <a:lnTo>
                  <a:pt x="1278958" y="127461"/>
                </a:lnTo>
                <a:lnTo>
                  <a:pt x="1284554" y="107564"/>
                </a:lnTo>
                <a:lnTo>
                  <a:pt x="1290150" y="73368"/>
                </a:lnTo>
                <a:lnTo>
                  <a:pt x="1295124" y="50984"/>
                </a:lnTo>
                <a:lnTo>
                  <a:pt x="1300720" y="96994"/>
                </a:lnTo>
                <a:lnTo>
                  <a:pt x="1305694" y="154818"/>
                </a:lnTo>
                <a:lnTo>
                  <a:pt x="1311289" y="154196"/>
                </a:lnTo>
                <a:lnTo>
                  <a:pt x="1316885" y="144870"/>
                </a:lnTo>
                <a:lnTo>
                  <a:pt x="1321859" y="140518"/>
                </a:lnTo>
                <a:lnTo>
                  <a:pt x="1327455" y="139896"/>
                </a:lnTo>
                <a:lnTo>
                  <a:pt x="1333051" y="151088"/>
                </a:lnTo>
                <a:lnTo>
                  <a:pt x="1338025" y="168497"/>
                </a:lnTo>
                <a:lnTo>
                  <a:pt x="1343621" y="149222"/>
                </a:lnTo>
                <a:lnTo>
                  <a:pt x="1348595" y="144870"/>
                </a:lnTo>
                <a:lnTo>
                  <a:pt x="1354191" y="151709"/>
                </a:lnTo>
                <a:lnTo>
                  <a:pt x="1359787" y="144870"/>
                </a:lnTo>
                <a:lnTo>
                  <a:pt x="1364761" y="141761"/>
                </a:lnTo>
                <a:lnTo>
                  <a:pt x="1370357" y="140518"/>
                </a:lnTo>
                <a:lnTo>
                  <a:pt x="1375331" y="144870"/>
                </a:lnTo>
                <a:lnTo>
                  <a:pt x="1380927" y="162901"/>
                </a:lnTo>
                <a:lnTo>
                  <a:pt x="1386522" y="128704"/>
                </a:lnTo>
                <a:lnTo>
                  <a:pt x="1391496" y="142383"/>
                </a:lnTo>
                <a:lnTo>
                  <a:pt x="1397092" y="137409"/>
                </a:lnTo>
                <a:lnTo>
                  <a:pt x="1402066" y="88290"/>
                </a:lnTo>
                <a:lnTo>
                  <a:pt x="1407662" y="91399"/>
                </a:lnTo>
                <a:lnTo>
                  <a:pt x="1413258" y="200206"/>
                </a:lnTo>
                <a:lnTo>
                  <a:pt x="1418232" y="173471"/>
                </a:lnTo>
                <a:lnTo>
                  <a:pt x="1423828" y="106321"/>
                </a:lnTo>
                <a:lnTo>
                  <a:pt x="1428802" y="179688"/>
                </a:lnTo>
                <a:lnTo>
                  <a:pt x="1434398" y="77720"/>
                </a:lnTo>
                <a:lnTo>
                  <a:pt x="1439994" y="160414"/>
                </a:lnTo>
                <a:lnTo>
                  <a:pt x="1444968" y="137409"/>
                </a:lnTo>
                <a:lnTo>
                  <a:pt x="1450563" y="138652"/>
                </a:lnTo>
                <a:lnTo>
                  <a:pt x="1455538" y="58445"/>
                </a:lnTo>
                <a:lnTo>
                  <a:pt x="1461133" y="114404"/>
                </a:lnTo>
                <a:lnTo>
                  <a:pt x="1466729" y="83316"/>
                </a:lnTo>
                <a:lnTo>
                  <a:pt x="1471703" y="178445"/>
                </a:lnTo>
                <a:lnTo>
                  <a:pt x="1477299" y="167253"/>
                </a:lnTo>
                <a:lnTo>
                  <a:pt x="1482895" y="130569"/>
                </a:lnTo>
                <a:lnTo>
                  <a:pt x="1487869" y="154818"/>
                </a:lnTo>
                <a:lnTo>
                  <a:pt x="1493465" y="163523"/>
                </a:lnTo>
                <a:lnTo>
                  <a:pt x="1498439" y="138652"/>
                </a:lnTo>
                <a:lnTo>
                  <a:pt x="1504035" y="164766"/>
                </a:lnTo>
                <a:lnTo>
                  <a:pt x="1509630" y="131191"/>
                </a:lnTo>
                <a:lnTo>
                  <a:pt x="1514605" y="164144"/>
                </a:lnTo>
                <a:lnTo>
                  <a:pt x="1520200" y="108186"/>
                </a:lnTo>
                <a:lnTo>
                  <a:pt x="1525174" y="154196"/>
                </a:lnTo>
                <a:lnTo>
                  <a:pt x="1530770" y="148600"/>
                </a:lnTo>
                <a:lnTo>
                  <a:pt x="1536366" y="131191"/>
                </a:lnTo>
                <a:lnTo>
                  <a:pt x="1541340" y="136787"/>
                </a:lnTo>
                <a:lnTo>
                  <a:pt x="1546936" y="151088"/>
                </a:lnTo>
                <a:lnTo>
                  <a:pt x="1551910" y="138031"/>
                </a:lnTo>
                <a:lnTo>
                  <a:pt x="1557506" y="176579"/>
                </a:lnTo>
                <a:lnTo>
                  <a:pt x="1563102" y="152953"/>
                </a:lnTo>
                <a:lnTo>
                  <a:pt x="1568076" y="149844"/>
                </a:lnTo>
                <a:lnTo>
                  <a:pt x="1573672" y="146735"/>
                </a:lnTo>
                <a:lnTo>
                  <a:pt x="1578646" y="143005"/>
                </a:lnTo>
                <a:lnTo>
                  <a:pt x="1584242" y="146735"/>
                </a:lnTo>
                <a:lnTo>
                  <a:pt x="1589838" y="149844"/>
                </a:lnTo>
                <a:lnTo>
                  <a:pt x="1594812" y="146735"/>
                </a:lnTo>
                <a:lnTo>
                  <a:pt x="1600407" y="147357"/>
                </a:lnTo>
                <a:lnTo>
                  <a:pt x="1606003" y="136787"/>
                </a:lnTo>
                <a:lnTo>
                  <a:pt x="1610977" y="108186"/>
                </a:lnTo>
                <a:lnTo>
                  <a:pt x="1616573" y="208289"/>
                </a:lnTo>
                <a:lnTo>
                  <a:pt x="1621547" y="179067"/>
                </a:lnTo>
                <a:lnTo>
                  <a:pt x="1627143" y="147979"/>
                </a:lnTo>
                <a:lnTo>
                  <a:pt x="1632739" y="62176"/>
                </a:lnTo>
                <a:lnTo>
                  <a:pt x="1637713" y="104456"/>
                </a:lnTo>
                <a:lnTo>
                  <a:pt x="1643309" y="157305"/>
                </a:lnTo>
                <a:lnTo>
                  <a:pt x="1648283" y="144248"/>
                </a:lnTo>
                <a:lnTo>
                  <a:pt x="1653879" y="151709"/>
                </a:lnTo>
                <a:lnTo>
                  <a:pt x="1659474" y="145492"/>
                </a:lnTo>
                <a:lnTo>
                  <a:pt x="1664449" y="141761"/>
                </a:lnTo>
                <a:lnTo>
                  <a:pt x="1670044" y="143005"/>
                </a:lnTo>
                <a:lnTo>
                  <a:pt x="1675018" y="150466"/>
                </a:lnTo>
                <a:lnTo>
                  <a:pt x="1680614" y="147357"/>
                </a:lnTo>
                <a:lnTo>
                  <a:pt x="1686210" y="136165"/>
                </a:lnTo>
                <a:lnTo>
                  <a:pt x="1691184" y="146113"/>
                </a:lnTo>
                <a:lnTo>
                  <a:pt x="1696780" y="147357"/>
                </a:lnTo>
                <a:lnTo>
                  <a:pt x="1701754" y="170984"/>
                </a:lnTo>
                <a:lnTo>
                  <a:pt x="1707350" y="154196"/>
                </a:lnTo>
                <a:lnTo>
                  <a:pt x="1712946" y="161657"/>
                </a:lnTo>
                <a:lnTo>
                  <a:pt x="1717920" y="144870"/>
                </a:lnTo>
                <a:lnTo>
                  <a:pt x="1723516" y="86424"/>
                </a:lnTo>
                <a:lnTo>
                  <a:pt x="1729111" y="174092"/>
                </a:lnTo>
                <a:lnTo>
                  <a:pt x="1734085" y="192123"/>
                </a:lnTo>
                <a:lnTo>
                  <a:pt x="1739681" y="179067"/>
                </a:lnTo>
                <a:lnTo>
                  <a:pt x="1744655" y="156683"/>
                </a:lnTo>
                <a:lnTo>
                  <a:pt x="1750251" y="147357"/>
                </a:lnTo>
                <a:lnTo>
                  <a:pt x="1755847" y="97616"/>
                </a:lnTo>
                <a:lnTo>
                  <a:pt x="1760821" y="168497"/>
                </a:lnTo>
                <a:lnTo>
                  <a:pt x="1766417" y="129326"/>
                </a:lnTo>
                <a:lnTo>
                  <a:pt x="1771391" y="142383"/>
                </a:lnTo>
                <a:lnTo>
                  <a:pt x="1776987" y="191502"/>
                </a:lnTo>
                <a:lnTo>
                  <a:pt x="1782583" y="88290"/>
                </a:lnTo>
                <a:lnTo>
                  <a:pt x="1787557" y="133056"/>
                </a:lnTo>
                <a:lnTo>
                  <a:pt x="1793153" y="129326"/>
                </a:lnTo>
                <a:lnTo>
                  <a:pt x="1798127" y="162279"/>
                </a:lnTo>
                <a:lnTo>
                  <a:pt x="1803723" y="144248"/>
                </a:lnTo>
                <a:lnTo>
                  <a:pt x="1809318" y="132435"/>
                </a:lnTo>
                <a:lnTo>
                  <a:pt x="1814292" y="148600"/>
                </a:lnTo>
                <a:lnTo>
                  <a:pt x="1819888" y="149222"/>
                </a:lnTo>
                <a:lnTo>
                  <a:pt x="1824862" y="165388"/>
                </a:lnTo>
                <a:lnTo>
                  <a:pt x="1830458" y="149222"/>
                </a:lnTo>
                <a:lnTo>
                  <a:pt x="1836054" y="140518"/>
                </a:lnTo>
                <a:lnTo>
                  <a:pt x="1841028" y="146113"/>
                </a:lnTo>
                <a:lnTo>
                  <a:pt x="1846624" y="146113"/>
                </a:lnTo>
                <a:lnTo>
                  <a:pt x="1852220" y="156062"/>
                </a:lnTo>
                <a:lnTo>
                  <a:pt x="1857194" y="92020"/>
                </a:lnTo>
                <a:lnTo>
                  <a:pt x="1862790" y="205180"/>
                </a:lnTo>
                <a:lnTo>
                  <a:pt x="1867764" y="150466"/>
                </a:lnTo>
                <a:lnTo>
                  <a:pt x="1873359" y="52228"/>
                </a:lnTo>
                <a:lnTo>
                  <a:pt x="1878955" y="161657"/>
                </a:lnTo>
                <a:lnTo>
                  <a:pt x="1883929" y="167875"/>
                </a:lnTo>
                <a:lnTo>
                  <a:pt x="1889525" y="134922"/>
                </a:lnTo>
                <a:lnTo>
                  <a:pt x="1894499" y="131191"/>
                </a:lnTo>
                <a:lnTo>
                  <a:pt x="1900095" y="157927"/>
                </a:lnTo>
                <a:lnTo>
                  <a:pt x="1905691" y="141761"/>
                </a:lnTo>
                <a:lnTo>
                  <a:pt x="1910665" y="140518"/>
                </a:lnTo>
                <a:lnTo>
                  <a:pt x="1916261" y="152331"/>
                </a:lnTo>
                <a:lnTo>
                  <a:pt x="1921235" y="139896"/>
                </a:lnTo>
                <a:lnTo>
                  <a:pt x="1926831" y="142383"/>
                </a:lnTo>
                <a:lnTo>
                  <a:pt x="1932427" y="167253"/>
                </a:lnTo>
                <a:lnTo>
                  <a:pt x="1937401" y="133056"/>
                </a:lnTo>
                <a:lnTo>
                  <a:pt x="1942997" y="147979"/>
                </a:lnTo>
                <a:lnTo>
                  <a:pt x="1947970" y="135544"/>
                </a:lnTo>
                <a:lnTo>
                  <a:pt x="1953566" y="139274"/>
                </a:lnTo>
                <a:lnTo>
                  <a:pt x="1959162" y="152331"/>
                </a:lnTo>
                <a:lnTo>
                  <a:pt x="1964136" y="158549"/>
                </a:lnTo>
                <a:lnTo>
                  <a:pt x="1969732" y="144870"/>
                </a:lnTo>
                <a:lnTo>
                  <a:pt x="1975328" y="135544"/>
                </a:lnTo>
                <a:lnTo>
                  <a:pt x="1980302" y="136165"/>
                </a:lnTo>
                <a:lnTo>
                  <a:pt x="1985898" y="156062"/>
                </a:lnTo>
                <a:lnTo>
                  <a:pt x="1990872" y="149844"/>
                </a:lnTo>
                <a:lnTo>
                  <a:pt x="1996468" y="138031"/>
                </a:lnTo>
                <a:lnTo>
                  <a:pt x="2002064" y="105077"/>
                </a:lnTo>
                <a:lnTo>
                  <a:pt x="2007038" y="202072"/>
                </a:lnTo>
                <a:lnTo>
                  <a:pt x="2012634" y="260517"/>
                </a:lnTo>
                <a:lnTo>
                  <a:pt x="2017608" y="233160"/>
                </a:lnTo>
                <a:lnTo>
                  <a:pt x="2023204" y="147979"/>
                </a:lnTo>
                <a:lnTo>
                  <a:pt x="2028799" y="113160"/>
                </a:lnTo>
                <a:lnTo>
                  <a:pt x="2033773" y="141139"/>
                </a:lnTo>
                <a:lnTo>
                  <a:pt x="2039369" y="143005"/>
                </a:lnTo>
                <a:lnTo>
                  <a:pt x="2044343" y="146113"/>
                </a:lnTo>
                <a:lnTo>
                  <a:pt x="2049939" y="152953"/>
                </a:lnTo>
                <a:lnTo>
                  <a:pt x="2055535" y="158549"/>
                </a:lnTo>
                <a:lnTo>
                  <a:pt x="2060509" y="190880"/>
                </a:lnTo>
                <a:lnTo>
                  <a:pt x="2066105" y="216994"/>
                </a:lnTo>
                <a:lnTo>
                  <a:pt x="2071079" y="111917"/>
                </a:lnTo>
                <a:lnTo>
                  <a:pt x="2076675" y="88912"/>
                </a:lnTo>
                <a:lnTo>
                  <a:pt x="2082271" y="137409"/>
                </a:lnTo>
                <a:lnTo>
                  <a:pt x="2087245" y="176579"/>
                </a:lnTo>
                <a:lnTo>
                  <a:pt x="2092840" y="204559"/>
                </a:lnTo>
                <a:lnTo>
                  <a:pt x="2098436" y="111295"/>
                </a:lnTo>
                <a:lnTo>
                  <a:pt x="2103410" y="19896"/>
                </a:lnTo>
                <a:lnTo>
                  <a:pt x="2109006" y="198963"/>
                </a:lnTo>
                <a:lnTo>
                  <a:pt x="2113980" y="216372"/>
                </a:lnTo>
                <a:lnTo>
                  <a:pt x="2119576" y="67772"/>
                </a:lnTo>
                <a:lnTo>
                  <a:pt x="2125172" y="104456"/>
                </a:lnTo>
                <a:lnTo>
                  <a:pt x="2130146" y="220724"/>
                </a:lnTo>
                <a:lnTo>
                  <a:pt x="2135742" y="108808"/>
                </a:lnTo>
                <a:lnTo>
                  <a:pt x="2140716" y="124974"/>
                </a:lnTo>
                <a:lnTo>
                  <a:pt x="2146312" y="164144"/>
                </a:lnTo>
                <a:lnTo>
                  <a:pt x="2151907" y="70259"/>
                </a:lnTo>
                <a:lnTo>
                  <a:pt x="2156882" y="180310"/>
                </a:lnTo>
                <a:lnTo>
                  <a:pt x="2162477" y="139274"/>
                </a:lnTo>
                <a:lnTo>
                  <a:pt x="2167451" y="128704"/>
                </a:lnTo>
                <a:lnTo>
                  <a:pt x="2173047" y="159792"/>
                </a:lnTo>
                <a:lnTo>
                  <a:pt x="2178643" y="154818"/>
                </a:lnTo>
                <a:lnTo>
                  <a:pt x="2183617" y="147357"/>
                </a:lnTo>
                <a:lnTo>
                  <a:pt x="2189213" y="147979"/>
                </a:lnTo>
                <a:lnTo>
                  <a:pt x="2194187" y="147979"/>
                </a:lnTo>
                <a:lnTo>
                  <a:pt x="2199783" y="144870"/>
                </a:lnTo>
                <a:lnTo>
                  <a:pt x="2205379" y="141761"/>
                </a:lnTo>
                <a:lnTo>
                  <a:pt x="2210353" y="150466"/>
                </a:lnTo>
                <a:lnTo>
                  <a:pt x="2215949" y="145492"/>
                </a:lnTo>
                <a:lnTo>
                  <a:pt x="2221544" y="149844"/>
                </a:lnTo>
                <a:lnTo>
                  <a:pt x="2226518" y="148600"/>
                </a:lnTo>
                <a:lnTo>
                  <a:pt x="2232114" y="147979"/>
                </a:lnTo>
                <a:lnTo>
                  <a:pt x="2237088" y="144870"/>
                </a:lnTo>
                <a:lnTo>
                  <a:pt x="2242684" y="147979"/>
                </a:lnTo>
                <a:lnTo>
                  <a:pt x="2248280" y="152953"/>
                </a:lnTo>
                <a:lnTo>
                  <a:pt x="2253254" y="119378"/>
                </a:lnTo>
                <a:lnTo>
                  <a:pt x="2258850" y="159792"/>
                </a:lnTo>
                <a:lnTo>
                  <a:pt x="2263824" y="138652"/>
                </a:lnTo>
                <a:lnTo>
                  <a:pt x="2269420" y="203315"/>
                </a:lnTo>
                <a:lnTo>
                  <a:pt x="2275016" y="187149"/>
                </a:lnTo>
                <a:lnTo>
                  <a:pt x="2279990" y="132435"/>
                </a:lnTo>
                <a:lnTo>
                  <a:pt x="2285586" y="206424"/>
                </a:lnTo>
                <a:lnTo>
                  <a:pt x="2290560" y="110051"/>
                </a:lnTo>
                <a:lnTo>
                  <a:pt x="2296156" y="182175"/>
                </a:lnTo>
                <a:lnTo>
                  <a:pt x="2301752" y="126217"/>
                </a:lnTo>
                <a:lnTo>
                  <a:pt x="2306725" y="141761"/>
                </a:lnTo>
                <a:lnTo>
                  <a:pt x="2312321" y="141761"/>
                </a:lnTo>
                <a:lnTo>
                  <a:pt x="2317295" y="121865"/>
                </a:lnTo>
                <a:lnTo>
                  <a:pt x="2322891" y="189015"/>
                </a:lnTo>
                <a:lnTo>
                  <a:pt x="2328487" y="137409"/>
                </a:lnTo>
                <a:lnTo>
                  <a:pt x="2333461" y="147357"/>
                </a:lnTo>
                <a:lnTo>
                  <a:pt x="2339057" y="184041"/>
                </a:lnTo>
                <a:lnTo>
                  <a:pt x="2344031" y="122487"/>
                </a:lnTo>
                <a:lnTo>
                  <a:pt x="2349627" y="158549"/>
                </a:lnTo>
                <a:lnTo>
                  <a:pt x="2355223" y="179688"/>
                </a:lnTo>
                <a:lnTo>
                  <a:pt x="2360197" y="120621"/>
                </a:lnTo>
                <a:lnTo>
                  <a:pt x="2365793" y="134300"/>
                </a:lnTo>
                <a:lnTo>
                  <a:pt x="2371389" y="175336"/>
                </a:lnTo>
                <a:lnTo>
                  <a:pt x="2376363" y="152953"/>
                </a:lnTo>
                <a:lnTo>
                  <a:pt x="2381958" y="119378"/>
                </a:lnTo>
                <a:lnTo>
                  <a:pt x="2386933" y="150466"/>
                </a:lnTo>
                <a:lnTo>
                  <a:pt x="2392528" y="175958"/>
                </a:lnTo>
                <a:lnTo>
                  <a:pt x="2398124" y="121865"/>
                </a:lnTo>
                <a:lnTo>
                  <a:pt x="2403098" y="77720"/>
                </a:lnTo>
                <a:lnTo>
                  <a:pt x="2408694" y="172849"/>
                </a:lnTo>
                <a:lnTo>
                  <a:pt x="2413668" y="140518"/>
                </a:lnTo>
                <a:lnTo>
                  <a:pt x="2419264" y="87046"/>
                </a:lnTo>
                <a:lnTo>
                  <a:pt x="2424860" y="129948"/>
                </a:lnTo>
                <a:lnTo>
                  <a:pt x="2429834" y="125595"/>
                </a:lnTo>
                <a:lnTo>
                  <a:pt x="2435430" y="220724"/>
                </a:lnTo>
                <a:lnTo>
                  <a:pt x="2440404" y="138652"/>
                </a:lnTo>
                <a:lnTo>
                  <a:pt x="2446000" y="166631"/>
                </a:lnTo>
                <a:lnTo>
                  <a:pt x="2451595" y="207667"/>
                </a:lnTo>
                <a:lnTo>
                  <a:pt x="2456569" y="124352"/>
                </a:lnTo>
                <a:lnTo>
                  <a:pt x="2462165" y="136165"/>
                </a:lnTo>
                <a:lnTo>
                  <a:pt x="2467139" y="236890"/>
                </a:lnTo>
                <a:lnTo>
                  <a:pt x="2472735" y="89533"/>
                </a:lnTo>
                <a:lnTo>
                  <a:pt x="2478331" y="156062"/>
                </a:lnTo>
                <a:lnTo>
                  <a:pt x="2483305" y="89533"/>
                </a:lnTo>
                <a:lnTo>
                  <a:pt x="2488901" y="115647"/>
                </a:lnTo>
                <a:lnTo>
                  <a:pt x="2494497" y="130569"/>
                </a:lnTo>
                <a:lnTo>
                  <a:pt x="2499471" y="164766"/>
                </a:lnTo>
                <a:lnTo>
                  <a:pt x="2505067" y="70880"/>
                </a:lnTo>
                <a:lnTo>
                  <a:pt x="2510041" y="163523"/>
                </a:lnTo>
                <a:lnTo>
                  <a:pt x="2515636" y="138031"/>
                </a:lnTo>
                <a:lnTo>
                  <a:pt x="2521232" y="286009"/>
                </a:lnTo>
                <a:lnTo>
                  <a:pt x="2526206" y="235025"/>
                </a:lnTo>
                <a:lnTo>
                  <a:pt x="2531802" y="121243"/>
                </a:lnTo>
                <a:lnTo>
                  <a:pt x="2536776" y="111917"/>
                </a:lnTo>
                <a:lnTo>
                  <a:pt x="2542372" y="141761"/>
                </a:lnTo>
                <a:lnTo>
                  <a:pt x="2547968" y="136165"/>
                </a:lnTo>
                <a:lnTo>
                  <a:pt x="2552942" y="96373"/>
                </a:lnTo>
                <a:lnTo>
                  <a:pt x="2558538" y="179688"/>
                </a:lnTo>
                <a:lnTo>
                  <a:pt x="2563512" y="106321"/>
                </a:lnTo>
                <a:lnTo>
                  <a:pt x="2569108" y="154818"/>
                </a:lnTo>
                <a:lnTo>
                  <a:pt x="2574703" y="143005"/>
                </a:lnTo>
                <a:lnTo>
                  <a:pt x="2579678" y="153575"/>
                </a:lnTo>
                <a:lnTo>
                  <a:pt x="2585273" y="145492"/>
                </a:lnTo>
                <a:lnTo>
                  <a:pt x="2590247" y="144248"/>
                </a:lnTo>
                <a:lnTo>
                  <a:pt x="2595843" y="146735"/>
                </a:lnTo>
                <a:lnTo>
                  <a:pt x="2601439" y="146113"/>
                </a:lnTo>
                <a:lnTo>
                  <a:pt x="2606413" y="149222"/>
                </a:lnTo>
                <a:lnTo>
                  <a:pt x="2612009" y="149844"/>
                </a:lnTo>
                <a:lnTo>
                  <a:pt x="2617605" y="146735"/>
                </a:lnTo>
                <a:lnTo>
                  <a:pt x="2622579" y="143626"/>
                </a:lnTo>
                <a:lnTo>
                  <a:pt x="2628175" y="144248"/>
                </a:lnTo>
                <a:lnTo>
                  <a:pt x="2633149" y="144248"/>
                </a:lnTo>
                <a:lnTo>
                  <a:pt x="2638745" y="146113"/>
                </a:lnTo>
                <a:lnTo>
                  <a:pt x="2644340" y="142383"/>
                </a:lnTo>
                <a:lnTo>
                  <a:pt x="2649314" y="151709"/>
                </a:lnTo>
                <a:lnTo>
                  <a:pt x="2654910" y="151709"/>
                </a:lnTo>
                <a:lnTo>
                  <a:pt x="2659884" y="149222"/>
                </a:lnTo>
                <a:lnTo>
                  <a:pt x="2665480" y="143005"/>
                </a:lnTo>
                <a:lnTo>
                  <a:pt x="2671076" y="146735"/>
                </a:lnTo>
                <a:lnTo>
                  <a:pt x="2676050" y="141139"/>
                </a:lnTo>
                <a:lnTo>
                  <a:pt x="2681646" y="144248"/>
                </a:lnTo>
                <a:lnTo>
                  <a:pt x="2686620" y="141761"/>
                </a:lnTo>
                <a:lnTo>
                  <a:pt x="2692216" y="147357"/>
                </a:lnTo>
                <a:lnTo>
                  <a:pt x="2697812" y="147357"/>
                </a:lnTo>
                <a:lnTo>
                  <a:pt x="2702786" y="146735"/>
                </a:lnTo>
                <a:lnTo>
                  <a:pt x="2708382" y="141761"/>
                </a:lnTo>
                <a:lnTo>
                  <a:pt x="2713356" y="147357"/>
                </a:lnTo>
                <a:lnTo>
                  <a:pt x="2718952" y="145492"/>
                </a:lnTo>
                <a:lnTo>
                  <a:pt x="2724548" y="146735"/>
                </a:lnTo>
                <a:lnTo>
                  <a:pt x="2729522" y="151709"/>
                </a:lnTo>
                <a:lnTo>
                  <a:pt x="2735118" y="144870"/>
                </a:lnTo>
                <a:lnTo>
                  <a:pt x="2740713" y="149844"/>
                </a:lnTo>
                <a:lnTo>
                  <a:pt x="2745687" y="146735"/>
                </a:lnTo>
                <a:lnTo>
                  <a:pt x="2751283" y="143626"/>
                </a:lnTo>
                <a:lnTo>
                  <a:pt x="2756257" y="146113"/>
                </a:lnTo>
                <a:lnTo>
                  <a:pt x="2761853" y="144870"/>
                </a:lnTo>
                <a:lnTo>
                  <a:pt x="2767449" y="145492"/>
                </a:lnTo>
                <a:lnTo>
                  <a:pt x="2772423" y="146735"/>
                </a:lnTo>
                <a:lnTo>
                  <a:pt x="2778019" y="149222"/>
                </a:lnTo>
                <a:lnTo>
                  <a:pt x="2782993" y="151709"/>
                </a:lnTo>
                <a:lnTo>
                  <a:pt x="2788589" y="143005"/>
                </a:lnTo>
                <a:lnTo>
                  <a:pt x="2794185" y="136787"/>
                </a:lnTo>
                <a:lnTo>
                  <a:pt x="2799159" y="149844"/>
                </a:lnTo>
                <a:lnTo>
                  <a:pt x="2804754" y="147979"/>
                </a:lnTo>
                <a:lnTo>
                  <a:pt x="2809729" y="147357"/>
                </a:lnTo>
                <a:lnTo>
                  <a:pt x="2815324" y="142383"/>
                </a:lnTo>
                <a:lnTo>
                  <a:pt x="2820920" y="127461"/>
                </a:lnTo>
                <a:lnTo>
                  <a:pt x="2825894" y="138031"/>
                </a:lnTo>
                <a:lnTo>
                  <a:pt x="2831490" y="272952"/>
                </a:lnTo>
                <a:lnTo>
                  <a:pt x="2836464" y="138652"/>
                </a:lnTo>
                <a:lnTo>
                  <a:pt x="2842060" y="336372"/>
                </a:lnTo>
                <a:lnTo>
                  <a:pt x="2847656" y="90777"/>
                </a:lnTo>
                <a:lnTo>
                  <a:pt x="2852630" y="363729"/>
                </a:lnTo>
                <a:lnTo>
                  <a:pt x="2858226" y="188393"/>
                </a:lnTo>
                <a:lnTo>
                  <a:pt x="2863821" y="116269"/>
                </a:lnTo>
                <a:lnTo>
                  <a:pt x="2868796" y="183419"/>
                </a:lnTo>
                <a:lnTo>
                  <a:pt x="2874391" y="92020"/>
                </a:lnTo>
                <a:lnTo>
                  <a:pt x="2879365" y="136165"/>
                </a:lnTo>
                <a:lnTo>
                  <a:pt x="2884961" y="120000"/>
                </a:lnTo>
                <a:lnTo>
                  <a:pt x="2890557" y="173471"/>
                </a:lnTo>
                <a:lnTo>
                  <a:pt x="2895531" y="212642"/>
                </a:lnTo>
                <a:lnTo>
                  <a:pt x="2901127" y="254299"/>
                </a:lnTo>
                <a:lnTo>
                  <a:pt x="2906101" y="233160"/>
                </a:lnTo>
                <a:lnTo>
                  <a:pt x="2911697" y="233160"/>
                </a:lnTo>
                <a:lnTo>
                  <a:pt x="2917293" y="226320"/>
                </a:lnTo>
                <a:lnTo>
                  <a:pt x="2922267" y="196476"/>
                </a:lnTo>
                <a:lnTo>
                  <a:pt x="2927863" y="192745"/>
                </a:lnTo>
                <a:lnTo>
                  <a:pt x="2932837" y="172227"/>
                </a:lnTo>
                <a:lnTo>
                  <a:pt x="2938432" y="32953"/>
                </a:lnTo>
                <a:lnTo>
                  <a:pt x="2944028" y="117512"/>
                </a:lnTo>
                <a:lnTo>
                  <a:pt x="2949002" y="259895"/>
                </a:lnTo>
                <a:lnTo>
                  <a:pt x="2954598" y="152953"/>
                </a:lnTo>
                <a:lnTo>
                  <a:pt x="2959572" y="221346"/>
                </a:lnTo>
                <a:lnTo>
                  <a:pt x="2965168" y="166631"/>
                </a:lnTo>
                <a:lnTo>
                  <a:pt x="2970764" y="92642"/>
                </a:lnTo>
                <a:lnTo>
                  <a:pt x="2975738" y="94507"/>
                </a:lnTo>
                <a:lnTo>
                  <a:pt x="2981334" y="139274"/>
                </a:lnTo>
                <a:lnTo>
                  <a:pt x="2986930" y="157305"/>
                </a:lnTo>
                <a:lnTo>
                  <a:pt x="2991904" y="200828"/>
                </a:lnTo>
                <a:lnTo>
                  <a:pt x="2997499" y="160414"/>
                </a:lnTo>
                <a:lnTo>
                  <a:pt x="3002474" y="182797"/>
                </a:lnTo>
                <a:lnTo>
                  <a:pt x="3008069" y="122487"/>
                </a:lnTo>
                <a:lnTo>
                  <a:pt x="3013665" y="97616"/>
                </a:lnTo>
                <a:lnTo>
                  <a:pt x="3018639" y="158549"/>
                </a:lnTo>
                <a:lnTo>
                  <a:pt x="3024235" y="105699"/>
                </a:lnTo>
                <a:lnTo>
                  <a:pt x="3029209" y="134300"/>
                </a:lnTo>
                <a:lnTo>
                  <a:pt x="3034805" y="147357"/>
                </a:lnTo>
                <a:lnTo>
                  <a:pt x="3040401" y="108808"/>
                </a:lnTo>
                <a:lnTo>
                  <a:pt x="3045375" y="211398"/>
                </a:lnTo>
                <a:lnTo>
                  <a:pt x="3050971" y="216994"/>
                </a:lnTo>
                <a:lnTo>
                  <a:pt x="3055945" y="116269"/>
                </a:lnTo>
                <a:lnTo>
                  <a:pt x="3061541" y="25492"/>
                </a:lnTo>
                <a:lnTo>
                  <a:pt x="3067137" y="118134"/>
                </a:lnTo>
                <a:lnTo>
                  <a:pt x="3072111" y="131813"/>
                </a:lnTo>
                <a:lnTo>
                  <a:pt x="3077706" y="91399"/>
                </a:lnTo>
                <a:lnTo>
                  <a:pt x="3082680" y="179688"/>
                </a:lnTo>
                <a:lnTo>
                  <a:pt x="3088276" y="132435"/>
                </a:lnTo>
                <a:lnTo>
                  <a:pt x="3093872" y="181554"/>
                </a:lnTo>
                <a:lnTo>
                  <a:pt x="3098846" y="205180"/>
                </a:lnTo>
                <a:lnTo>
                  <a:pt x="3104442" y="147979"/>
                </a:lnTo>
                <a:lnTo>
                  <a:pt x="3110038" y="184041"/>
                </a:lnTo>
                <a:lnTo>
                  <a:pt x="3115012" y="123730"/>
                </a:lnTo>
                <a:lnTo>
                  <a:pt x="3120608" y="183419"/>
                </a:lnTo>
                <a:lnTo>
                  <a:pt x="3125582" y="190880"/>
                </a:lnTo>
                <a:lnTo>
                  <a:pt x="3131178" y="128704"/>
                </a:lnTo>
                <a:lnTo>
                  <a:pt x="3136774" y="141139"/>
                </a:lnTo>
                <a:lnTo>
                  <a:pt x="3141748" y="134922"/>
                </a:lnTo>
                <a:lnTo>
                  <a:pt x="3147344" y="159792"/>
                </a:lnTo>
                <a:lnTo>
                  <a:pt x="3152318" y="137409"/>
                </a:lnTo>
                <a:lnTo>
                  <a:pt x="3157914" y="127461"/>
                </a:lnTo>
                <a:lnTo>
                  <a:pt x="3163509" y="153575"/>
                </a:lnTo>
                <a:lnTo>
                  <a:pt x="3168483" y="170362"/>
                </a:lnTo>
                <a:lnTo>
                  <a:pt x="3174079" y="105077"/>
                </a:lnTo>
                <a:lnTo>
                  <a:pt x="3179053" y="34819"/>
                </a:lnTo>
                <a:lnTo>
                  <a:pt x="3184649" y="182797"/>
                </a:lnTo>
                <a:lnTo>
                  <a:pt x="3190245" y="184662"/>
                </a:lnTo>
                <a:lnTo>
                  <a:pt x="3195219" y="234403"/>
                </a:lnTo>
                <a:lnTo>
                  <a:pt x="3200815" y="162901"/>
                </a:lnTo>
                <a:lnTo>
                  <a:pt x="3205789" y="34819"/>
                </a:lnTo>
                <a:lnTo>
                  <a:pt x="3211385" y="69637"/>
                </a:lnTo>
                <a:lnTo>
                  <a:pt x="3216981" y="72746"/>
                </a:lnTo>
                <a:lnTo>
                  <a:pt x="3221955" y="175958"/>
                </a:lnTo>
                <a:lnTo>
                  <a:pt x="3227550" y="152331"/>
                </a:lnTo>
                <a:lnTo>
                  <a:pt x="3232525" y="103834"/>
                </a:lnTo>
                <a:lnTo>
                  <a:pt x="3238120" y="144248"/>
                </a:lnTo>
                <a:lnTo>
                  <a:pt x="3243716" y="139274"/>
                </a:lnTo>
                <a:lnTo>
                  <a:pt x="3248690" y="82072"/>
                </a:lnTo>
                <a:lnTo>
                  <a:pt x="3254286" y="229429"/>
                </a:lnTo>
                <a:lnTo>
                  <a:pt x="3259882" y="193367"/>
                </a:lnTo>
                <a:lnTo>
                  <a:pt x="3264856" y="59067"/>
                </a:lnTo>
                <a:lnTo>
                  <a:pt x="3270452" y="94507"/>
                </a:lnTo>
                <a:lnTo>
                  <a:pt x="3275426" y="156062"/>
                </a:lnTo>
                <a:lnTo>
                  <a:pt x="3281022" y="217616"/>
                </a:lnTo>
                <a:lnTo>
                  <a:pt x="3286617" y="216372"/>
                </a:lnTo>
                <a:lnTo>
                  <a:pt x="3291592" y="187771"/>
                </a:lnTo>
                <a:lnTo>
                  <a:pt x="3297187" y="149844"/>
                </a:lnTo>
                <a:lnTo>
                  <a:pt x="3302161" y="78342"/>
                </a:lnTo>
                <a:lnTo>
                  <a:pt x="3307757" y="85181"/>
                </a:lnTo>
                <a:lnTo>
                  <a:pt x="3313353" y="214507"/>
                </a:lnTo>
                <a:lnTo>
                  <a:pt x="3318327" y="174092"/>
                </a:lnTo>
                <a:lnTo>
                  <a:pt x="3323923" y="89533"/>
                </a:lnTo>
                <a:lnTo>
                  <a:pt x="3328897" y="172849"/>
                </a:lnTo>
                <a:lnTo>
                  <a:pt x="3334493" y="113160"/>
                </a:lnTo>
                <a:lnTo>
                  <a:pt x="3340089" y="151088"/>
                </a:lnTo>
                <a:lnTo>
                  <a:pt x="3345063" y="173471"/>
                </a:lnTo>
                <a:lnTo>
                  <a:pt x="3350659" y="136165"/>
                </a:lnTo>
                <a:lnTo>
                  <a:pt x="3355633" y="114404"/>
                </a:lnTo>
                <a:lnTo>
                  <a:pt x="3361228" y="195232"/>
                </a:lnTo>
                <a:lnTo>
                  <a:pt x="3366824" y="213885"/>
                </a:lnTo>
                <a:lnTo>
                  <a:pt x="3371798" y="122487"/>
                </a:lnTo>
                <a:lnTo>
                  <a:pt x="3377394" y="119378"/>
                </a:lnTo>
                <a:lnTo>
                  <a:pt x="3382990" y="167875"/>
                </a:lnTo>
                <a:lnTo>
                  <a:pt x="3387964" y="152953"/>
                </a:lnTo>
                <a:lnTo>
                  <a:pt x="3393560" y="159792"/>
                </a:lnTo>
                <a:lnTo>
                  <a:pt x="3398534" y="146113"/>
                </a:lnTo>
                <a:lnTo>
                  <a:pt x="3404130" y="134300"/>
                </a:lnTo>
                <a:lnTo>
                  <a:pt x="3409726" y="149844"/>
                </a:lnTo>
                <a:lnTo>
                  <a:pt x="3414700" y="146113"/>
                </a:lnTo>
                <a:lnTo>
                  <a:pt x="3420295" y="141139"/>
                </a:lnTo>
                <a:lnTo>
                  <a:pt x="3425270" y="154196"/>
                </a:lnTo>
                <a:lnTo>
                  <a:pt x="3430865" y="151088"/>
                </a:lnTo>
                <a:lnTo>
                  <a:pt x="3436461" y="149844"/>
                </a:lnTo>
                <a:lnTo>
                  <a:pt x="3441435" y="144248"/>
                </a:lnTo>
                <a:lnTo>
                  <a:pt x="3447031" y="145492"/>
                </a:lnTo>
                <a:lnTo>
                  <a:pt x="3452005" y="153575"/>
                </a:lnTo>
                <a:lnTo>
                  <a:pt x="3457601" y="132435"/>
                </a:lnTo>
                <a:lnTo>
                  <a:pt x="3463197" y="120621"/>
                </a:lnTo>
                <a:lnTo>
                  <a:pt x="3468171" y="248082"/>
                </a:lnTo>
                <a:lnTo>
                  <a:pt x="3473767" y="169118"/>
                </a:lnTo>
                <a:lnTo>
                  <a:pt x="3478741" y="54715"/>
                </a:lnTo>
                <a:lnTo>
                  <a:pt x="3484337" y="184662"/>
                </a:lnTo>
                <a:lnTo>
                  <a:pt x="3489933" y="69637"/>
                </a:lnTo>
                <a:lnTo>
                  <a:pt x="3494907" y="164144"/>
                </a:lnTo>
                <a:lnTo>
                  <a:pt x="3500503" y="137409"/>
                </a:lnTo>
                <a:lnTo>
                  <a:pt x="3506098" y="158549"/>
                </a:lnTo>
                <a:lnTo>
                  <a:pt x="3511072" y="161657"/>
                </a:lnTo>
                <a:lnTo>
                  <a:pt x="3516668" y="171605"/>
                </a:lnTo>
                <a:lnTo>
                  <a:pt x="3521642" y="181554"/>
                </a:lnTo>
                <a:lnTo>
                  <a:pt x="3527238" y="183419"/>
                </a:lnTo>
                <a:lnTo>
                  <a:pt x="3532834" y="152953"/>
                </a:lnTo>
                <a:lnTo>
                  <a:pt x="3537808" y="166010"/>
                </a:lnTo>
                <a:lnTo>
                  <a:pt x="3543404" y="150466"/>
                </a:lnTo>
                <a:lnTo>
                  <a:pt x="3548378" y="114404"/>
                </a:lnTo>
                <a:lnTo>
                  <a:pt x="3553974" y="144248"/>
                </a:lnTo>
                <a:lnTo>
                  <a:pt x="3559570" y="57824"/>
                </a:lnTo>
                <a:lnTo>
                  <a:pt x="3564544" y="160414"/>
                </a:lnTo>
                <a:lnTo>
                  <a:pt x="3570140" y="60311"/>
                </a:lnTo>
                <a:lnTo>
                  <a:pt x="3575114" y="145492"/>
                </a:lnTo>
                <a:lnTo>
                  <a:pt x="3580710" y="128082"/>
                </a:lnTo>
                <a:lnTo>
                  <a:pt x="3586305" y="92642"/>
                </a:lnTo>
                <a:lnTo>
                  <a:pt x="3591279" y="149222"/>
                </a:lnTo>
                <a:lnTo>
                  <a:pt x="3596875" y="228807"/>
                </a:lnTo>
                <a:lnTo>
                  <a:pt x="3601849" y="104456"/>
                </a:lnTo>
                <a:lnTo>
                  <a:pt x="3607445" y="256787"/>
                </a:lnTo>
                <a:lnTo>
                  <a:pt x="3613041" y="189015"/>
                </a:lnTo>
                <a:lnTo>
                  <a:pt x="3618015" y="162279"/>
                </a:lnTo>
                <a:lnTo>
                  <a:pt x="3623611" y="161657"/>
                </a:lnTo>
                <a:lnTo>
                  <a:pt x="3629207" y="144248"/>
                </a:lnTo>
                <a:lnTo>
                  <a:pt x="3634181" y="162279"/>
                </a:lnTo>
                <a:lnTo>
                  <a:pt x="3639777" y="152331"/>
                </a:lnTo>
                <a:lnTo>
                  <a:pt x="3644751" y="185284"/>
                </a:lnTo>
                <a:lnTo>
                  <a:pt x="3650346" y="159792"/>
                </a:lnTo>
                <a:lnTo>
                  <a:pt x="3655942" y="183419"/>
                </a:lnTo>
                <a:lnTo>
                  <a:pt x="3660916" y="174714"/>
                </a:lnTo>
                <a:lnTo>
                  <a:pt x="3666512" y="203315"/>
                </a:lnTo>
                <a:lnTo>
                  <a:pt x="3671486" y="196476"/>
                </a:lnTo>
                <a:lnTo>
                  <a:pt x="3677082" y="215750"/>
                </a:lnTo>
                <a:lnTo>
                  <a:pt x="3682678" y="223833"/>
                </a:lnTo>
                <a:lnTo>
                  <a:pt x="3687652" y="91399"/>
                </a:lnTo>
                <a:lnTo>
                  <a:pt x="3693248" y="184041"/>
                </a:lnTo>
                <a:lnTo>
                  <a:pt x="3698222" y="107564"/>
                </a:lnTo>
                <a:lnTo>
                  <a:pt x="3703818" y="190258"/>
                </a:lnTo>
                <a:lnTo>
                  <a:pt x="3709413" y="129326"/>
                </a:lnTo>
                <a:lnTo>
                  <a:pt x="3714388" y="105077"/>
                </a:lnTo>
                <a:lnTo>
                  <a:pt x="3719983" y="147357"/>
                </a:lnTo>
                <a:lnTo>
                  <a:pt x="3724957" y="156062"/>
                </a:lnTo>
                <a:lnTo>
                  <a:pt x="3730553" y="156062"/>
                </a:lnTo>
                <a:lnTo>
                  <a:pt x="3736149" y="156062"/>
                </a:lnTo>
                <a:lnTo>
                  <a:pt x="3741123" y="187149"/>
                </a:lnTo>
                <a:lnTo>
                  <a:pt x="3746719" y="165388"/>
                </a:lnTo>
                <a:lnTo>
                  <a:pt x="3752315" y="164144"/>
                </a:lnTo>
                <a:lnTo>
                  <a:pt x="3757289" y="206424"/>
                </a:lnTo>
                <a:lnTo>
                  <a:pt x="3762885" y="159792"/>
                </a:lnTo>
                <a:lnTo>
                  <a:pt x="3767859" y="183419"/>
                </a:lnTo>
                <a:lnTo>
                  <a:pt x="3773455" y="150466"/>
                </a:lnTo>
                <a:lnTo>
                  <a:pt x="3779050" y="153575"/>
                </a:lnTo>
                <a:lnTo>
                  <a:pt x="3784024" y="88290"/>
                </a:lnTo>
                <a:lnTo>
                  <a:pt x="3789620" y="144870"/>
                </a:lnTo>
                <a:lnTo>
                  <a:pt x="3794594" y="119378"/>
                </a:lnTo>
                <a:lnTo>
                  <a:pt x="3800190" y="108808"/>
                </a:lnTo>
                <a:lnTo>
                  <a:pt x="3805786" y="123730"/>
                </a:lnTo>
                <a:lnTo>
                  <a:pt x="3810760" y="151709"/>
                </a:lnTo>
                <a:lnTo>
                  <a:pt x="3816356" y="128082"/>
                </a:lnTo>
                <a:lnTo>
                  <a:pt x="3821330" y="187149"/>
                </a:lnTo>
                <a:lnTo>
                  <a:pt x="3826926" y="341346"/>
                </a:lnTo>
                <a:lnTo>
                  <a:pt x="3832522" y="131191"/>
                </a:lnTo>
                <a:lnTo>
                  <a:pt x="3837496" y="191502"/>
                </a:lnTo>
                <a:lnTo>
                  <a:pt x="3843091" y="180310"/>
                </a:lnTo>
                <a:lnTo>
                  <a:pt x="3848066" y="106943"/>
                </a:lnTo>
                <a:lnTo>
                  <a:pt x="3853661" y="200828"/>
                </a:lnTo>
                <a:lnTo>
                  <a:pt x="3859257" y="135544"/>
                </a:lnTo>
                <a:lnTo>
                  <a:pt x="3864231" y="169740"/>
                </a:lnTo>
                <a:lnTo>
                  <a:pt x="3869827" y="171605"/>
                </a:lnTo>
                <a:lnTo>
                  <a:pt x="3875423" y="131191"/>
                </a:lnTo>
                <a:lnTo>
                  <a:pt x="3880397" y="297822"/>
                </a:lnTo>
                <a:lnTo>
                  <a:pt x="3885993" y="50363"/>
                </a:lnTo>
                <a:lnTo>
                  <a:pt x="3890967" y="129326"/>
                </a:lnTo>
                <a:lnTo>
                  <a:pt x="3896563" y="55337"/>
                </a:lnTo>
                <a:lnTo>
                  <a:pt x="3902159" y="200206"/>
                </a:lnTo>
                <a:lnTo>
                  <a:pt x="3907133" y="179688"/>
                </a:lnTo>
                <a:lnTo>
                  <a:pt x="3912729" y="116269"/>
                </a:lnTo>
                <a:lnTo>
                  <a:pt x="3917703" y="141761"/>
                </a:lnTo>
                <a:lnTo>
                  <a:pt x="3923299" y="133056"/>
                </a:lnTo>
                <a:lnTo>
                  <a:pt x="3928895" y="146113"/>
                </a:lnTo>
                <a:lnTo>
                  <a:pt x="3933869" y="152953"/>
                </a:lnTo>
                <a:lnTo>
                  <a:pt x="3939464" y="159792"/>
                </a:lnTo>
                <a:lnTo>
                  <a:pt x="3944438" y="150466"/>
                </a:lnTo>
                <a:lnTo>
                  <a:pt x="3950034" y="144248"/>
                </a:lnTo>
                <a:lnTo>
                  <a:pt x="3955630" y="147357"/>
                </a:lnTo>
                <a:lnTo>
                  <a:pt x="3960604" y="145492"/>
                </a:lnTo>
                <a:lnTo>
                  <a:pt x="3966200" y="143626"/>
                </a:lnTo>
                <a:lnTo>
                  <a:pt x="3971174" y="142383"/>
                </a:lnTo>
                <a:lnTo>
                  <a:pt x="3976770" y="144248"/>
                </a:lnTo>
                <a:lnTo>
                  <a:pt x="3982366" y="147979"/>
                </a:lnTo>
                <a:lnTo>
                  <a:pt x="3987340" y="144870"/>
                </a:lnTo>
                <a:lnTo>
                  <a:pt x="3992936" y="151709"/>
                </a:lnTo>
                <a:lnTo>
                  <a:pt x="3998531" y="195854"/>
                </a:lnTo>
                <a:lnTo>
                  <a:pt x="4003506" y="65285"/>
                </a:lnTo>
                <a:lnTo>
                  <a:pt x="4009101" y="149844"/>
                </a:lnTo>
                <a:lnTo>
                  <a:pt x="4014075" y="124974"/>
                </a:lnTo>
                <a:lnTo>
                  <a:pt x="4019671" y="215750"/>
                </a:lnTo>
                <a:lnTo>
                  <a:pt x="4025267" y="221968"/>
                </a:lnTo>
                <a:lnTo>
                  <a:pt x="4030241" y="238134"/>
                </a:lnTo>
                <a:lnTo>
                  <a:pt x="4035837" y="103834"/>
                </a:lnTo>
                <a:lnTo>
                  <a:pt x="4040811" y="202693"/>
                </a:lnTo>
                <a:lnTo>
                  <a:pt x="4046407" y="135544"/>
                </a:lnTo>
                <a:lnTo>
                  <a:pt x="4052003" y="159792"/>
                </a:lnTo>
                <a:lnTo>
                  <a:pt x="4056977" y="138652"/>
                </a:lnTo>
                <a:lnTo>
                  <a:pt x="4062573" y="146735"/>
                </a:lnTo>
                <a:lnTo>
                  <a:pt x="4067547" y="147357"/>
                </a:lnTo>
                <a:lnTo>
                  <a:pt x="4073142" y="155440"/>
                </a:lnTo>
                <a:lnTo>
                  <a:pt x="4078738" y="150466"/>
                </a:lnTo>
                <a:lnTo>
                  <a:pt x="4083712" y="146735"/>
                </a:lnTo>
                <a:lnTo>
                  <a:pt x="4089308" y="145492"/>
                </a:lnTo>
                <a:lnTo>
                  <a:pt x="4094282" y="145492"/>
                </a:lnTo>
                <a:lnTo>
                  <a:pt x="4099878" y="142383"/>
                </a:lnTo>
                <a:lnTo>
                  <a:pt x="4105474" y="142383"/>
                </a:lnTo>
                <a:lnTo>
                  <a:pt x="4110448" y="144248"/>
                </a:lnTo>
                <a:lnTo>
                  <a:pt x="4116044" y="147357"/>
                </a:lnTo>
                <a:lnTo>
                  <a:pt x="4121018" y="149222"/>
                </a:lnTo>
                <a:lnTo>
                  <a:pt x="4126614" y="151088"/>
                </a:lnTo>
                <a:lnTo>
                  <a:pt x="4132209" y="147979"/>
                </a:lnTo>
                <a:lnTo>
                  <a:pt x="4137184" y="152331"/>
                </a:lnTo>
                <a:lnTo>
                  <a:pt x="4142779" y="151709"/>
                </a:lnTo>
                <a:lnTo>
                  <a:pt x="4148375" y="191502"/>
                </a:lnTo>
                <a:lnTo>
                  <a:pt x="4153349" y="211398"/>
                </a:lnTo>
                <a:lnTo>
                  <a:pt x="4158945" y="239377"/>
                </a:lnTo>
                <a:lnTo>
                  <a:pt x="4163919" y="234403"/>
                </a:lnTo>
                <a:lnTo>
                  <a:pt x="4169515" y="249947"/>
                </a:lnTo>
                <a:lnTo>
                  <a:pt x="4175111" y="221968"/>
                </a:lnTo>
                <a:lnTo>
                  <a:pt x="4180085" y="178445"/>
                </a:lnTo>
                <a:lnTo>
                  <a:pt x="4185681" y="199585"/>
                </a:lnTo>
                <a:lnTo>
                  <a:pt x="4190655" y="238134"/>
                </a:lnTo>
                <a:lnTo>
                  <a:pt x="4196251" y="234403"/>
                </a:lnTo>
                <a:lnTo>
                  <a:pt x="4201847" y="246217"/>
                </a:lnTo>
                <a:lnTo>
                  <a:pt x="4206821" y="169118"/>
                </a:lnTo>
                <a:lnTo>
                  <a:pt x="4212417" y="91399"/>
                </a:lnTo>
                <a:lnTo>
                  <a:pt x="4217391" y="94507"/>
                </a:lnTo>
                <a:lnTo>
                  <a:pt x="4222987" y="116269"/>
                </a:lnTo>
                <a:lnTo>
                  <a:pt x="4228582" y="151709"/>
                </a:lnTo>
                <a:lnTo>
                  <a:pt x="4233556" y="216994"/>
                </a:lnTo>
                <a:lnTo>
                  <a:pt x="4239152" y="133678"/>
                </a:lnTo>
                <a:lnTo>
                  <a:pt x="4244126" y="108808"/>
                </a:lnTo>
                <a:lnTo>
                  <a:pt x="4249722" y="170362"/>
                </a:lnTo>
                <a:lnTo>
                  <a:pt x="4255318" y="180932"/>
                </a:lnTo>
                <a:lnTo>
                  <a:pt x="4260292" y="199585"/>
                </a:lnTo>
                <a:lnTo>
                  <a:pt x="4265888" y="154818"/>
                </a:lnTo>
                <a:lnTo>
                  <a:pt x="4271484" y="146735"/>
                </a:lnTo>
                <a:lnTo>
                  <a:pt x="4276458" y="152331"/>
                </a:lnTo>
                <a:lnTo>
                  <a:pt x="4282054" y="148600"/>
                </a:lnTo>
                <a:lnTo>
                  <a:pt x="4287028" y="143005"/>
                </a:lnTo>
                <a:lnTo>
                  <a:pt x="4292624" y="153575"/>
                </a:lnTo>
                <a:lnTo>
                  <a:pt x="4298219" y="153575"/>
                </a:lnTo>
                <a:lnTo>
                  <a:pt x="4303193" y="146735"/>
                </a:lnTo>
                <a:lnTo>
                  <a:pt x="4308789" y="147979"/>
                </a:lnTo>
                <a:lnTo>
                  <a:pt x="4313763" y="131813"/>
                </a:lnTo>
                <a:lnTo>
                  <a:pt x="4319359" y="152953"/>
                </a:lnTo>
                <a:lnTo>
                  <a:pt x="4324955" y="139274"/>
                </a:lnTo>
                <a:lnTo>
                  <a:pt x="4329929" y="147357"/>
                </a:lnTo>
                <a:lnTo>
                  <a:pt x="4335525" y="146113"/>
                </a:lnTo>
                <a:lnTo>
                  <a:pt x="4340499" y="144870"/>
                </a:lnTo>
                <a:lnTo>
                  <a:pt x="4346095" y="150466"/>
                </a:lnTo>
                <a:lnTo>
                  <a:pt x="4351691" y="151088"/>
                </a:lnTo>
                <a:lnTo>
                  <a:pt x="4356665" y="150466"/>
                </a:lnTo>
                <a:lnTo>
                  <a:pt x="4362260" y="144248"/>
                </a:lnTo>
                <a:lnTo>
                  <a:pt x="4367235" y="144870"/>
                </a:lnTo>
                <a:lnTo>
                  <a:pt x="4372830" y="145492"/>
                </a:lnTo>
                <a:lnTo>
                  <a:pt x="4378426" y="147357"/>
                </a:lnTo>
                <a:lnTo>
                  <a:pt x="4383400" y="144248"/>
                </a:lnTo>
                <a:lnTo>
                  <a:pt x="4388996" y="120000"/>
                </a:lnTo>
                <a:lnTo>
                  <a:pt x="4394592" y="146113"/>
                </a:lnTo>
                <a:lnTo>
                  <a:pt x="4399566" y="141139"/>
                </a:lnTo>
                <a:lnTo>
                  <a:pt x="4405162" y="133678"/>
                </a:lnTo>
                <a:lnTo>
                  <a:pt x="4410136" y="143626"/>
                </a:lnTo>
                <a:lnTo>
                  <a:pt x="4415732" y="70259"/>
                </a:lnTo>
                <a:lnTo>
                  <a:pt x="4421327" y="86424"/>
                </a:lnTo>
                <a:lnTo>
                  <a:pt x="4426302" y="100103"/>
                </a:lnTo>
                <a:lnTo>
                  <a:pt x="4431897" y="94507"/>
                </a:lnTo>
                <a:lnTo>
                  <a:pt x="4436871" y="60932"/>
                </a:lnTo>
                <a:lnTo>
                  <a:pt x="4442467" y="72124"/>
                </a:lnTo>
                <a:lnTo>
                  <a:pt x="4448063" y="72746"/>
                </a:lnTo>
                <a:lnTo>
                  <a:pt x="4453037" y="69637"/>
                </a:lnTo>
                <a:lnTo>
                  <a:pt x="4458633" y="143005"/>
                </a:lnTo>
                <a:lnTo>
                  <a:pt x="4463607" y="113160"/>
                </a:lnTo>
                <a:lnTo>
                  <a:pt x="4469203" y="173471"/>
                </a:lnTo>
                <a:lnTo>
                  <a:pt x="4474799" y="119378"/>
                </a:lnTo>
                <a:lnTo>
                  <a:pt x="4479773" y="117512"/>
                </a:lnTo>
                <a:lnTo>
                  <a:pt x="4485369" y="136165"/>
                </a:lnTo>
                <a:lnTo>
                  <a:pt x="4490343" y="192123"/>
                </a:lnTo>
                <a:lnTo>
                  <a:pt x="4495938" y="247460"/>
                </a:lnTo>
                <a:lnTo>
                  <a:pt x="4501534" y="154196"/>
                </a:lnTo>
                <a:lnTo>
                  <a:pt x="4506508" y="117512"/>
                </a:lnTo>
                <a:lnTo>
                  <a:pt x="4512104" y="129948"/>
                </a:lnTo>
                <a:lnTo>
                  <a:pt x="4517700" y="129948"/>
                </a:lnTo>
                <a:lnTo>
                  <a:pt x="4522674" y="200828"/>
                </a:lnTo>
                <a:lnTo>
                  <a:pt x="4528270" y="208911"/>
                </a:lnTo>
                <a:lnTo>
                  <a:pt x="4533244" y="173471"/>
                </a:lnTo>
                <a:lnTo>
                  <a:pt x="4538840" y="105077"/>
                </a:lnTo>
                <a:lnTo>
                  <a:pt x="4544436" y="115647"/>
                </a:lnTo>
                <a:lnTo>
                  <a:pt x="4549410" y="160414"/>
                </a:lnTo>
                <a:lnTo>
                  <a:pt x="4555006" y="134300"/>
                </a:lnTo>
                <a:lnTo>
                  <a:pt x="4559980" y="149844"/>
                </a:lnTo>
                <a:lnTo>
                  <a:pt x="4565575" y="135544"/>
                </a:lnTo>
                <a:lnTo>
                  <a:pt x="4571171" y="227564"/>
                </a:lnTo>
                <a:lnTo>
                  <a:pt x="4576145" y="163523"/>
                </a:lnTo>
                <a:lnTo>
                  <a:pt x="4581741" y="191502"/>
                </a:lnTo>
                <a:lnTo>
                  <a:pt x="4586715" y="143626"/>
                </a:lnTo>
                <a:lnTo>
                  <a:pt x="4592311" y="151088"/>
                </a:lnTo>
                <a:lnTo>
                  <a:pt x="4597907" y="150466"/>
                </a:lnTo>
                <a:lnTo>
                  <a:pt x="4602881" y="144248"/>
                </a:lnTo>
                <a:lnTo>
                  <a:pt x="4608477" y="124974"/>
                </a:lnTo>
                <a:lnTo>
                  <a:pt x="4613451" y="146113"/>
                </a:lnTo>
                <a:lnTo>
                  <a:pt x="4619047" y="187149"/>
                </a:lnTo>
                <a:lnTo>
                  <a:pt x="4624643" y="183419"/>
                </a:lnTo>
                <a:lnTo>
                  <a:pt x="4629617" y="109430"/>
                </a:lnTo>
                <a:lnTo>
                  <a:pt x="4635213" y="118134"/>
                </a:lnTo>
                <a:lnTo>
                  <a:pt x="4640809" y="187149"/>
                </a:lnTo>
                <a:lnTo>
                  <a:pt x="4645783" y="128082"/>
                </a:lnTo>
                <a:lnTo>
                  <a:pt x="4651378" y="187149"/>
                </a:lnTo>
                <a:lnTo>
                  <a:pt x="4656353" y="110051"/>
                </a:lnTo>
                <a:lnTo>
                  <a:pt x="4661948" y="178445"/>
                </a:lnTo>
                <a:lnTo>
                  <a:pt x="4667544" y="154196"/>
                </a:lnTo>
                <a:lnTo>
                  <a:pt x="4672518" y="96994"/>
                </a:lnTo>
                <a:lnTo>
                  <a:pt x="4678114" y="180932"/>
                </a:lnTo>
                <a:lnTo>
                  <a:pt x="4683088" y="147357"/>
                </a:lnTo>
                <a:lnTo>
                  <a:pt x="4688684" y="146735"/>
                </a:lnTo>
                <a:lnTo>
                  <a:pt x="4694280" y="138031"/>
                </a:lnTo>
                <a:lnTo>
                  <a:pt x="4699254" y="117512"/>
                </a:lnTo>
                <a:lnTo>
                  <a:pt x="4704850" y="120000"/>
                </a:lnTo>
                <a:lnTo>
                  <a:pt x="4709824" y="156683"/>
                </a:lnTo>
                <a:lnTo>
                  <a:pt x="4715420" y="128704"/>
                </a:lnTo>
                <a:lnTo>
                  <a:pt x="4721015" y="162901"/>
                </a:lnTo>
                <a:lnTo>
                  <a:pt x="4725989" y="162279"/>
                </a:lnTo>
                <a:lnTo>
                  <a:pt x="4731585" y="174714"/>
                </a:lnTo>
                <a:lnTo>
                  <a:pt x="4736559" y="162901"/>
                </a:lnTo>
                <a:lnTo>
                  <a:pt x="4742155" y="154818"/>
                </a:lnTo>
                <a:lnTo>
                  <a:pt x="4747751" y="151088"/>
                </a:lnTo>
                <a:lnTo>
                  <a:pt x="4752725" y="146113"/>
                </a:lnTo>
                <a:lnTo>
                  <a:pt x="4758321" y="147357"/>
                </a:lnTo>
                <a:lnTo>
                  <a:pt x="4763917" y="145492"/>
                </a:lnTo>
                <a:lnTo>
                  <a:pt x="4768891" y="149222"/>
                </a:lnTo>
                <a:lnTo>
                  <a:pt x="4774487" y="153575"/>
                </a:lnTo>
                <a:lnTo>
                  <a:pt x="4779461" y="233781"/>
                </a:lnTo>
                <a:lnTo>
                  <a:pt x="4785056" y="131813"/>
                </a:lnTo>
                <a:lnTo>
                  <a:pt x="4790652" y="179067"/>
                </a:lnTo>
                <a:lnTo>
                  <a:pt x="4795626" y="105077"/>
                </a:lnTo>
                <a:lnTo>
                  <a:pt x="4801222" y="190880"/>
                </a:lnTo>
                <a:lnTo>
                  <a:pt x="4806196" y="24249"/>
                </a:lnTo>
                <a:lnTo>
                  <a:pt x="4811792" y="124974"/>
                </a:lnTo>
                <a:lnTo>
                  <a:pt x="4817388" y="184662"/>
                </a:lnTo>
                <a:lnTo>
                  <a:pt x="4822362" y="291605"/>
                </a:lnTo>
                <a:lnTo>
                  <a:pt x="4827958" y="134300"/>
                </a:lnTo>
                <a:lnTo>
                  <a:pt x="4832932" y="55958"/>
                </a:lnTo>
                <a:lnTo>
                  <a:pt x="4838528" y="173471"/>
                </a:lnTo>
                <a:lnTo>
                  <a:pt x="4844123" y="141139"/>
                </a:lnTo>
                <a:lnTo>
                  <a:pt x="4849098" y="134922"/>
                </a:lnTo>
                <a:lnTo>
                  <a:pt x="4854693" y="132435"/>
                </a:lnTo>
                <a:lnTo>
                  <a:pt x="4859667" y="166010"/>
                </a:lnTo>
                <a:lnTo>
                  <a:pt x="4865263" y="144870"/>
                </a:lnTo>
                <a:lnTo>
                  <a:pt x="4870859" y="149222"/>
                </a:lnTo>
                <a:lnTo>
                  <a:pt x="4875833" y="147357"/>
                </a:lnTo>
                <a:lnTo>
                  <a:pt x="4881429" y="144248"/>
                </a:lnTo>
                <a:lnTo>
                  <a:pt x="4887025" y="142383"/>
                </a:lnTo>
                <a:lnTo>
                  <a:pt x="4891999" y="149844"/>
                </a:lnTo>
                <a:lnTo>
                  <a:pt x="4897595" y="148600"/>
                </a:lnTo>
                <a:lnTo>
                  <a:pt x="4902569" y="144248"/>
                </a:lnTo>
                <a:lnTo>
                  <a:pt x="4908165" y="149222"/>
                </a:lnTo>
                <a:lnTo>
                  <a:pt x="4913760" y="144248"/>
                </a:lnTo>
                <a:lnTo>
                  <a:pt x="4918734" y="144870"/>
                </a:lnTo>
                <a:lnTo>
                  <a:pt x="4924330" y="144870"/>
                </a:lnTo>
                <a:lnTo>
                  <a:pt x="4929304" y="147357"/>
                </a:lnTo>
                <a:lnTo>
                  <a:pt x="4934900" y="141761"/>
                </a:lnTo>
                <a:lnTo>
                  <a:pt x="4940496" y="176579"/>
                </a:lnTo>
                <a:lnTo>
                  <a:pt x="4945470" y="207046"/>
                </a:lnTo>
                <a:lnTo>
                  <a:pt x="4951066" y="29223"/>
                </a:lnTo>
                <a:lnTo>
                  <a:pt x="4956040" y="175336"/>
                </a:lnTo>
                <a:lnTo>
                  <a:pt x="4961636" y="198341"/>
                </a:lnTo>
                <a:lnTo>
                  <a:pt x="4967232" y="85803"/>
                </a:lnTo>
                <a:lnTo>
                  <a:pt x="4972206" y="116891"/>
                </a:lnTo>
                <a:lnTo>
                  <a:pt x="4977802" y="126839"/>
                </a:lnTo>
                <a:lnTo>
                  <a:pt x="4982776" y="119378"/>
                </a:lnTo>
                <a:lnTo>
                  <a:pt x="4988372" y="125595"/>
                </a:lnTo>
                <a:lnTo>
                  <a:pt x="4993967" y="220103"/>
                </a:lnTo>
                <a:lnTo>
                  <a:pt x="4998941" y="101968"/>
                </a:lnTo>
                <a:lnTo>
                  <a:pt x="5004537" y="179067"/>
                </a:lnTo>
                <a:lnTo>
                  <a:pt x="5009511" y="64663"/>
                </a:lnTo>
                <a:lnTo>
                  <a:pt x="5015107" y="149844"/>
                </a:lnTo>
                <a:lnTo>
                  <a:pt x="5020703" y="123108"/>
                </a:lnTo>
                <a:lnTo>
                  <a:pt x="5025677" y="215129"/>
                </a:lnTo>
                <a:lnTo>
                  <a:pt x="5031273" y="205802"/>
                </a:lnTo>
                <a:lnTo>
                  <a:pt x="5036869" y="121865"/>
                </a:lnTo>
                <a:lnTo>
                  <a:pt x="5041843" y="202693"/>
                </a:lnTo>
                <a:lnTo>
                  <a:pt x="5047439" y="131813"/>
                </a:lnTo>
                <a:lnTo>
                  <a:pt x="5052413" y="146113"/>
                </a:lnTo>
                <a:lnTo>
                  <a:pt x="5058009" y="149844"/>
                </a:lnTo>
                <a:lnTo>
                  <a:pt x="5063605" y="143005"/>
                </a:lnTo>
                <a:lnTo>
                  <a:pt x="5068579" y="148600"/>
                </a:lnTo>
                <a:lnTo>
                  <a:pt x="5074174" y="151088"/>
                </a:lnTo>
                <a:lnTo>
                  <a:pt x="5079149" y="147979"/>
                </a:lnTo>
                <a:lnTo>
                  <a:pt x="5084744" y="144248"/>
                </a:lnTo>
                <a:lnTo>
                  <a:pt x="5090340" y="149222"/>
                </a:lnTo>
                <a:lnTo>
                  <a:pt x="5095314" y="154196"/>
                </a:lnTo>
                <a:lnTo>
                  <a:pt x="5100910" y="146113"/>
                </a:lnTo>
                <a:lnTo>
                  <a:pt x="5105884" y="145492"/>
                </a:lnTo>
                <a:lnTo>
                  <a:pt x="5111480" y="190880"/>
                </a:lnTo>
                <a:lnTo>
                  <a:pt x="5117076" y="26736"/>
                </a:lnTo>
                <a:lnTo>
                  <a:pt x="5122050" y="99481"/>
                </a:lnTo>
                <a:lnTo>
                  <a:pt x="5127646" y="154818"/>
                </a:lnTo>
                <a:lnTo>
                  <a:pt x="5132620" y="190880"/>
                </a:lnTo>
                <a:lnTo>
                  <a:pt x="5138216" y="120621"/>
                </a:lnTo>
                <a:lnTo>
                  <a:pt x="5143812" y="136787"/>
                </a:lnTo>
                <a:lnTo>
                  <a:pt x="5148785" y="154196"/>
                </a:lnTo>
                <a:lnTo>
                  <a:pt x="5154381" y="134922"/>
                </a:lnTo>
                <a:lnTo>
                  <a:pt x="5159977" y="151709"/>
                </a:lnTo>
                <a:lnTo>
                  <a:pt x="5164951" y="156683"/>
                </a:lnTo>
                <a:lnTo>
                  <a:pt x="5170547" y="163523"/>
                </a:lnTo>
                <a:lnTo>
                  <a:pt x="5175521" y="139896"/>
                </a:lnTo>
                <a:lnTo>
                  <a:pt x="5181117" y="133678"/>
                </a:lnTo>
                <a:lnTo>
                  <a:pt x="5186712" y="147979"/>
                </a:lnTo>
                <a:lnTo>
                  <a:pt x="5191687" y="149844"/>
                </a:lnTo>
                <a:lnTo>
                  <a:pt x="5197283" y="121865"/>
                </a:lnTo>
                <a:lnTo>
                  <a:pt x="5202256" y="159170"/>
                </a:lnTo>
                <a:lnTo>
                  <a:pt x="5207852" y="154818"/>
                </a:lnTo>
                <a:lnTo>
                  <a:pt x="5213448" y="155440"/>
                </a:lnTo>
                <a:lnTo>
                  <a:pt x="5218423" y="149844"/>
                </a:lnTo>
                <a:lnTo>
                  <a:pt x="5224018" y="126217"/>
                </a:lnTo>
                <a:lnTo>
                  <a:pt x="5228992" y="152953"/>
                </a:lnTo>
                <a:lnTo>
                  <a:pt x="5234588" y="149222"/>
                </a:lnTo>
                <a:lnTo>
                  <a:pt x="5240184" y="144248"/>
                </a:lnTo>
                <a:lnTo>
                  <a:pt x="5245158" y="79585"/>
                </a:lnTo>
                <a:lnTo>
                  <a:pt x="5250754" y="254921"/>
                </a:lnTo>
                <a:lnTo>
                  <a:pt x="5255728" y="141761"/>
                </a:lnTo>
                <a:lnTo>
                  <a:pt x="5261323" y="169740"/>
                </a:lnTo>
                <a:lnTo>
                  <a:pt x="5266919" y="157927"/>
                </a:lnTo>
                <a:lnTo>
                  <a:pt x="5271894" y="153575"/>
                </a:lnTo>
                <a:lnTo>
                  <a:pt x="5277490" y="162279"/>
                </a:lnTo>
                <a:lnTo>
                  <a:pt x="5283085" y="177823"/>
                </a:lnTo>
                <a:lnTo>
                  <a:pt x="5288059" y="166631"/>
                </a:lnTo>
                <a:lnTo>
                  <a:pt x="5293655" y="139274"/>
                </a:lnTo>
                <a:lnTo>
                  <a:pt x="5298629" y="99481"/>
                </a:lnTo>
                <a:lnTo>
                  <a:pt x="5304225" y="90155"/>
                </a:lnTo>
                <a:lnTo>
                  <a:pt x="5309821" y="108186"/>
                </a:lnTo>
                <a:lnTo>
                  <a:pt x="5314795" y="116269"/>
                </a:lnTo>
                <a:lnTo>
                  <a:pt x="5320391" y="179067"/>
                </a:lnTo>
                <a:lnTo>
                  <a:pt x="5325365" y="193989"/>
                </a:lnTo>
                <a:lnTo>
                  <a:pt x="5330961" y="101968"/>
                </a:lnTo>
                <a:lnTo>
                  <a:pt x="5336557" y="88912"/>
                </a:lnTo>
                <a:lnTo>
                  <a:pt x="5341530" y="110673"/>
                </a:lnTo>
                <a:lnTo>
                  <a:pt x="5347126" y="154818"/>
                </a:lnTo>
                <a:lnTo>
                  <a:pt x="5352101" y="201450"/>
                </a:lnTo>
                <a:lnTo>
                  <a:pt x="5357696" y="189015"/>
                </a:lnTo>
                <a:lnTo>
                  <a:pt x="5363292" y="154196"/>
                </a:lnTo>
                <a:lnTo>
                  <a:pt x="5368266" y="149844"/>
                </a:lnTo>
                <a:lnTo>
                  <a:pt x="5373862" y="110673"/>
                </a:lnTo>
                <a:lnTo>
                  <a:pt x="5378836" y="162279"/>
                </a:lnTo>
                <a:lnTo>
                  <a:pt x="5384432" y="208289"/>
                </a:lnTo>
                <a:lnTo>
                  <a:pt x="5390028" y="78342"/>
                </a:lnTo>
                <a:lnTo>
                  <a:pt x="5395002" y="281657"/>
                </a:lnTo>
                <a:lnTo>
                  <a:pt x="5400598" y="115025"/>
                </a:lnTo>
                <a:lnTo>
                  <a:pt x="5406194" y="155440"/>
                </a:lnTo>
                <a:lnTo>
                  <a:pt x="5411168" y="214507"/>
                </a:lnTo>
                <a:lnTo>
                  <a:pt x="5416763" y="138652"/>
                </a:lnTo>
                <a:lnTo>
                  <a:pt x="5421738" y="114404"/>
                </a:lnTo>
                <a:lnTo>
                  <a:pt x="5427333" y="208289"/>
                </a:lnTo>
                <a:lnTo>
                  <a:pt x="5432929" y="174092"/>
                </a:lnTo>
                <a:lnTo>
                  <a:pt x="5437903" y="68393"/>
                </a:lnTo>
                <a:lnTo>
                  <a:pt x="5443499" y="202693"/>
                </a:lnTo>
                <a:lnTo>
                  <a:pt x="5448473" y="161657"/>
                </a:lnTo>
                <a:lnTo>
                  <a:pt x="5454069" y="130569"/>
                </a:lnTo>
                <a:lnTo>
                  <a:pt x="5459665" y="150466"/>
                </a:lnTo>
                <a:lnTo>
                  <a:pt x="5464639" y="151709"/>
                </a:lnTo>
                <a:lnTo>
                  <a:pt x="5470235" y="151088"/>
                </a:lnTo>
                <a:lnTo>
                  <a:pt x="5475209" y="151088"/>
                </a:lnTo>
                <a:lnTo>
                  <a:pt x="5480805" y="149222"/>
                </a:lnTo>
                <a:lnTo>
                  <a:pt x="5486401" y="145492"/>
                </a:lnTo>
                <a:lnTo>
                  <a:pt x="5491374" y="144870"/>
                </a:lnTo>
                <a:lnTo>
                  <a:pt x="5496970" y="141761"/>
                </a:lnTo>
                <a:lnTo>
                  <a:pt x="5501945" y="146735"/>
                </a:lnTo>
                <a:lnTo>
                  <a:pt x="5507541" y="143626"/>
                </a:lnTo>
                <a:lnTo>
                  <a:pt x="5513136" y="149222"/>
                </a:lnTo>
                <a:lnTo>
                  <a:pt x="5518110" y="149844"/>
                </a:lnTo>
                <a:lnTo>
                  <a:pt x="5523706" y="144870"/>
                </a:lnTo>
                <a:lnTo>
                  <a:pt x="5529302" y="142383"/>
                </a:lnTo>
                <a:lnTo>
                  <a:pt x="5534276" y="149222"/>
                </a:lnTo>
                <a:lnTo>
                  <a:pt x="5539872" y="137409"/>
                </a:lnTo>
                <a:lnTo>
                  <a:pt x="5544846" y="151709"/>
                </a:lnTo>
                <a:lnTo>
                  <a:pt x="5550441" y="139896"/>
                </a:lnTo>
                <a:lnTo>
                  <a:pt x="5556037" y="106943"/>
                </a:lnTo>
                <a:lnTo>
                  <a:pt x="5561012" y="143626"/>
                </a:lnTo>
                <a:lnTo>
                  <a:pt x="5566608" y="97616"/>
                </a:lnTo>
                <a:lnTo>
                  <a:pt x="5571581" y="159170"/>
                </a:lnTo>
                <a:lnTo>
                  <a:pt x="5577177" y="124974"/>
                </a:lnTo>
                <a:lnTo>
                  <a:pt x="5582773" y="146735"/>
                </a:lnTo>
                <a:lnTo>
                  <a:pt x="5587747" y="294092"/>
                </a:lnTo>
                <a:lnTo>
                  <a:pt x="5593343" y="88290"/>
                </a:lnTo>
                <a:lnTo>
                  <a:pt x="5598317" y="120000"/>
                </a:lnTo>
                <a:lnTo>
                  <a:pt x="5603913" y="207667"/>
                </a:lnTo>
                <a:lnTo>
                  <a:pt x="5609508" y="101968"/>
                </a:lnTo>
                <a:lnTo>
                  <a:pt x="5614483" y="54093"/>
                </a:lnTo>
                <a:lnTo>
                  <a:pt x="5620079" y="165388"/>
                </a:lnTo>
                <a:lnTo>
                  <a:pt x="5625052" y="241243"/>
                </a:lnTo>
                <a:lnTo>
                  <a:pt x="5630648" y="145492"/>
                </a:lnTo>
                <a:lnTo>
                  <a:pt x="5636244" y="150466"/>
                </a:lnTo>
                <a:lnTo>
                  <a:pt x="5641219" y="197719"/>
                </a:lnTo>
                <a:lnTo>
                  <a:pt x="5646814" y="204559"/>
                </a:lnTo>
                <a:lnTo>
                  <a:pt x="5652410" y="196476"/>
                </a:lnTo>
                <a:lnTo>
                  <a:pt x="5657384" y="164766"/>
                </a:lnTo>
                <a:lnTo>
                  <a:pt x="5662980" y="143626"/>
                </a:lnTo>
                <a:lnTo>
                  <a:pt x="5667954" y="116891"/>
                </a:lnTo>
                <a:lnTo>
                  <a:pt x="5673550" y="150466"/>
                </a:lnTo>
                <a:lnTo>
                  <a:pt x="5679146" y="143005"/>
                </a:lnTo>
                <a:lnTo>
                  <a:pt x="5684119" y="95129"/>
                </a:lnTo>
                <a:lnTo>
                  <a:pt x="5689715" y="179688"/>
                </a:lnTo>
                <a:lnTo>
                  <a:pt x="5694690" y="185284"/>
                </a:lnTo>
                <a:lnTo>
                  <a:pt x="5700286" y="161657"/>
                </a:lnTo>
                <a:lnTo>
                  <a:pt x="5705881" y="41658"/>
                </a:lnTo>
                <a:lnTo>
                  <a:pt x="5710855" y="40414"/>
                </a:lnTo>
                <a:lnTo>
                  <a:pt x="5716451" y="42901"/>
                </a:lnTo>
                <a:lnTo>
                  <a:pt x="5721425" y="88290"/>
                </a:lnTo>
                <a:lnTo>
                  <a:pt x="5727021" y="80829"/>
                </a:lnTo>
                <a:lnTo>
                  <a:pt x="5732617" y="120621"/>
                </a:lnTo>
                <a:lnTo>
                  <a:pt x="5737591" y="189636"/>
                </a:lnTo>
                <a:lnTo>
                  <a:pt x="5743187" y="180932"/>
                </a:lnTo>
                <a:lnTo>
                  <a:pt x="5748161" y="118756"/>
                </a:lnTo>
                <a:lnTo>
                  <a:pt x="5753757" y="151709"/>
                </a:lnTo>
                <a:lnTo>
                  <a:pt x="5759353" y="152331"/>
                </a:lnTo>
                <a:lnTo>
                  <a:pt x="5764326" y="151709"/>
                </a:lnTo>
                <a:lnTo>
                  <a:pt x="5769922" y="203315"/>
                </a:lnTo>
                <a:lnTo>
                  <a:pt x="5775518" y="118756"/>
                </a:lnTo>
                <a:lnTo>
                  <a:pt x="5780492" y="176579"/>
                </a:lnTo>
                <a:lnTo>
                  <a:pt x="5786088" y="98860"/>
                </a:lnTo>
                <a:lnTo>
                  <a:pt x="5791062" y="136165"/>
                </a:lnTo>
                <a:lnTo>
                  <a:pt x="5796658" y="110051"/>
                </a:lnTo>
                <a:lnTo>
                  <a:pt x="5802254" y="190258"/>
                </a:lnTo>
                <a:lnTo>
                  <a:pt x="5807228" y="157927"/>
                </a:lnTo>
                <a:lnTo>
                  <a:pt x="5812824" y="144248"/>
                </a:lnTo>
                <a:lnTo>
                  <a:pt x="5817798" y="153575"/>
                </a:lnTo>
                <a:lnTo>
                  <a:pt x="5823394" y="144248"/>
                </a:lnTo>
                <a:lnTo>
                  <a:pt x="5828990" y="168497"/>
                </a:lnTo>
                <a:lnTo>
                  <a:pt x="5833964" y="195854"/>
                </a:lnTo>
                <a:lnTo>
                  <a:pt x="5839559" y="139274"/>
                </a:lnTo>
                <a:lnTo>
                  <a:pt x="5844534" y="209533"/>
                </a:lnTo>
                <a:lnTo>
                  <a:pt x="5850130" y="84559"/>
                </a:lnTo>
                <a:lnTo>
                  <a:pt x="5855726" y="103212"/>
                </a:lnTo>
                <a:lnTo>
                  <a:pt x="5860699" y="222590"/>
                </a:lnTo>
                <a:lnTo>
                  <a:pt x="5866295" y="177201"/>
                </a:lnTo>
                <a:lnTo>
                  <a:pt x="5871269" y="176579"/>
                </a:lnTo>
                <a:lnTo>
                  <a:pt x="5876865" y="257408"/>
                </a:lnTo>
                <a:lnTo>
                  <a:pt x="5882461" y="103212"/>
                </a:lnTo>
                <a:lnTo>
                  <a:pt x="5887435" y="148600"/>
                </a:lnTo>
                <a:lnTo>
                  <a:pt x="5893031" y="161657"/>
                </a:lnTo>
                <a:lnTo>
                  <a:pt x="5898005" y="170984"/>
                </a:lnTo>
                <a:lnTo>
                  <a:pt x="5903601" y="176579"/>
                </a:lnTo>
                <a:lnTo>
                  <a:pt x="5909197" y="122487"/>
                </a:lnTo>
                <a:lnTo>
                  <a:pt x="5914170" y="166010"/>
                </a:lnTo>
                <a:lnTo>
                  <a:pt x="5919766" y="148600"/>
                </a:lnTo>
                <a:lnTo>
                  <a:pt x="5925362" y="154818"/>
                </a:lnTo>
                <a:lnTo>
                  <a:pt x="5930337" y="139274"/>
                </a:lnTo>
                <a:lnTo>
                  <a:pt x="5935932" y="144870"/>
                </a:lnTo>
                <a:lnTo>
                  <a:pt x="5940906" y="149844"/>
                </a:lnTo>
                <a:lnTo>
                  <a:pt x="5946502" y="144248"/>
                </a:lnTo>
                <a:lnTo>
                  <a:pt x="5952098" y="152331"/>
                </a:lnTo>
                <a:lnTo>
                  <a:pt x="5957072" y="146735"/>
                </a:lnTo>
                <a:lnTo>
                  <a:pt x="5962668" y="143626"/>
                </a:lnTo>
                <a:lnTo>
                  <a:pt x="5967642" y="153575"/>
                </a:lnTo>
                <a:lnTo>
                  <a:pt x="5973237" y="140518"/>
                </a:lnTo>
                <a:lnTo>
                  <a:pt x="5978833" y="157305"/>
                </a:lnTo>
                <a:lnTo>
                  <a:pt x="5983808" y="72746"/>
                </a:lnTo>
                <a:lnTo>
                  <a:pt x="5989404" y="144248"/>
                </a:lnTo>
                <a:lnTo>
                  <a:pt x="5994377" y="236890"/>
                </a:lnTo>
                <a:lnTo>
                  <a:pt x="5999973" y="140518"/>
                </a:lnTo>
                <a:lnTo>
                  <a:pt x="6005569" y="69015"/>
                </a:lnTo>
                <a:lnTo>
                  <a:pt x="6010543" y="169118"/>
                </a:lnTo>
                <a:lnTo>
                  <a:pt x="6016139" y="256165"/>
                </a:lnTo>
                <a:lnTo>
                  <a:pt x="6021113" y="91399"/>
                </a:lnTo>
                <a:lnTo>
                  <a:pt x="6026709" y="62798"/>
                </a:lnTo>
                <a:lnTo>
                  <a:pt x="6032304" y="235025"/>
                </a:lnTo>
                <a:lnTo>
                  <a:pt x="6037279" y="205802"/>
                </a:lnTo>
                <a:lnTo>
                  <a:pt x="6042875" y="114404"/>
                </a:lnTo>
                <a:lnTo>
                  <a:pt x="6048471" y="111295"/>
                </a:lnTo>
                <a:lnTo>
                  <a:pt x="6053444" y="104456"/>
                </a:lnTo>
                <a:lnTo>
                  <a:pt x="6059040" y="216994"/>
                </a:lnTo>
                <a:lnTo>
                  <a:pt x="6064015" y="183419"/>
                </a:lnTo>
                <a:lnTo>
                  <a:pt x="6069610" y="73989"/>
                </a:lnTo>
                <a:lnTo>
                  <a:pt x="6075206" y="113160"/>
                </a:lnTo>
                <a:lnTo>
                  <a:pt x="6080180" y="78963"/>
                </a:lnTo>
                <a:lnTo>
                  <a:pt x="6085776" y="192123"/>
                </a:lnTo>
                <a:lnTo>
                  <a:pt x="6090750" y="200206"/>
                </a:lnTo>
                <a:lnTo>
                  <a:pt x="6096346" y="95751"/>
                </a:lnTo>
                <a:lnTo>
                  <a:pt x="6101942" y="113160"/>
                </a:lnTo>
                <a:lnTo>
                  <a:pt x="6106915" y="90155"/>
                </a:lnTo>
                <a:lnTo>
                  <a:pt x="6112511" y="169740"/>
                </a:lnTo>
                <a:lnTo>
                  <a:pt x="6117486" y="146113"/>
                </a:lnTo>
                <a:lnTo>
                  <a:pt x="6123082" y="166631"/>
                </a:lnTo>
                <a:lnTo>
                  <a:pt x="6128677" y="139896"/>
                </a:lnTo>
                <a:lnTo>
                  <a:pt x="6133651" y="159792"/>
                </a:lnTo>
                <a:lnTo>
                  <a:pt x="6139247" y="147357"/>
                </a:lnTo>
                <a:lnTo>
                  <a:pt x="6144221" y="127461"/>
                </a:lnTo>
                <a:lnTo>
                  <a:pt x="6149817" y="154818"/>
                </a:lnTo>
                <a:lnTo>
                  <a:pt x="6155413" y="152953"/>
                </a:lnTo>
                <a:lnTo>
                  <a:pt x="6160387" y="136787"/>
                </a:lnTo>
                <a:lnTo>
                  <a:pt x="6165983" y="143626"/>
                </a:lnTo>
                <a:lnTo>
                  <a:pt x="6171579" y="134300"/>
                </a:lnTo>
                <a:lnTo>
                  <a:pt x="6176553" y="127461"/>
                </a:lnTo>
                <a:lnTo>
                  <a:pt x="6182149" y="56580"/>
                </a:lnTo>
                <a:lnTo>
                  <a:pt x="6187123" y="156062"/>
                </a:lnTo>
                <a:lnTo>
                  <a:pt x="6192718" y="187149"/>
                </a:lnTo>
                <a:lnTo>
                  <a:pt x="6198314" y="139274"/>
                </a:lnTo>
                <a:lnTo>
                  <a:pt x="6203288" y="123730"/>
                </a:lnTo>
                <a:lnTo>
                  <a:pt x="6208884" y="154196"/>
                </a:lnTo>
                <a:lnTo>
                  <a:pt x="6213858" y="156062"/>
                </a:lnTo>
                <a:lnTo>
                  <a:pt x="6219454" y="137409"/>
                </a:lnTo>
                <a:lnTo>
                  <a:pt x="6225050" y="105077"/>
                </a:lnTo>
                <a:lnTo>
                  <a:pt x="6230024" y="217616"/>
                </a:lnTo>
                <a:lnTo>
                  <a:pt x="6235620" y="106321"/>
                </a:lnTo>
                <a:lnTo>
                  <a:pt x="6240594" y="124974"/>
                </a:lnTo>
                <a:lnTo>
                  <a:pt x="6246190" y="184041"/>
                </a:lnTo>
                <a:lnTo>
                  <a:pt x="6251786" y="154196"/>
                </a:lnTo>
                <a:lnTo>
                  <a:pt x="6256760" y="136787"/>
                </a:lnTo>
                <a:lnTo>
                  <a:pt x="6262355" y="197098"/>
                </a:lnTo>
                <a:lnTo>
                  <a:pt x="6267330" y="70880"/>
                </a:lnTo>
                <a:lnTo>
                  <a:pt x="6272926" y="41036"/>
                </a:lnTo>
                <a:lnTo>
                  <a:pt x="6278522" y="123108"/>
                </a:lnTo>
                <a:lnTo>
                  <a:pt x="6283495" y="126217"/>
                </a:lnTo>
                <a:lnTo>
                  <a:pt x="6289091" y="223833"/>
                </a:lnTo>
                <a:lnTo>
                  <a:pt x="6294687" y="117512"/>
                </a:lnTo>
                <a:lnTo>
                  <a:pt x="6299661" y="193367"/>
                </a:lnTo>
                <a:lnTo>
                  <a:pt x="6305257" y="141139"/>
                </a:lnTo>
                <a:lnTo>
                  <a:pt x="6310231" y="167253"/>
                </a:lnTo>
                <a:lnTo>
                  <a:pt x="6315827" y="143626"/>
                </a:lnTo>
                <a:lnTo>
                  <a:pt x="6321422" y="136165"/>
                </a:lnTo>
                <a:lnTo>
                  <a:pt x="6326397" y="157305"/>
                </a:lnTo>
                <a:lnTo>
                  <a:pt x="6331993" y="146735"/>
                </a:lnTo>
                <a:lnTo>
                  <a:pt x="6336966" y="144870"/>
                </a:lnTo>
                <a:lnTo>
                  <a:pt x="6342562" y="116891"/>
                </a:lnTo>
                <a:lnTo>
                  <a:pt x="6348158" y="163523"/>
                </a:lnTo>
                <a:lnTo>
                  <a:pt x="6353133" y="155440"/>
                </a:lnTo>
                <a:lnTo>
                  <a:pt x="6358728" y="122487"/>
                </a:lnTo>
                <a:lnTo>
                  <a:pt x="6363702" y="145492"/>
                </a:lnTo>
                <a:lnTo>
                  <a:pt x="6369298" y="145492"/>
                </a:lnTo>
                <a:lnTo>
                  <a:pt x="6374894" y="123730"/>
                </a:lnTo>
                <a:lnTo>
                  <a:pt x="6379868" y="143005"/>
                </a:lnTo>
                <a:lnTo>
                  <a:pt x="6385464" y="128704"/>
                </a:lnTo>
                <a:lnTo>
                  <a:pt x="6390438" y="118756"/>
                </a:lnTo>
                <a:lnTo>
                  <a:pt x="6396033" y="140518"/>
                </a:lnTo>
                <a:lnTo>
                  <a:pt x="6401629" y="180310"/>
                </a:lnTo>
                <a:lnTo>
                  <a:pt x="6406604" y="146113"/>
                </a:lnTo>
                <a:lnTo>
                  <a:pt x="6412200" y="157927"/>
                </a:lnTo>
                <a:lnTo>
                  <a:pt x="6417795" y="175958"/>
                </a:lnTo>
                <a:lnTo>
                  <a:pt x="6422769" y="109430"/>
                </a:lnTo>
                <a:lnTo>
                  <a:pt x="6428365" y="105077"/>
                </a:lnTo>
                <a:lnTo>
                  <a:pt x="6433339" y="161036"/>
                </a:lnTo>
                <a:lnTo>
                  <a:pt x="6438935" y="169118"/>
                </a:lnTo>
                <a:lnTo>
                  <a:pt x="6444531" y="108808"/>
                </a:lnTo>
                <a:lnTo>
                  <a:pt x="6449505" y="186528"/>
                </a:lnTo>
                <a:lnTo>
                  <a:pt x="6455100" y="134300"/>
                </a:lnTo>
                <a:lnTo>
                  <a:pt x="6460075" y="142383"/>
                </a:lnTo>
                <a:lnTo>
                  <a:pt x="6465671" y="139896"/>
                </a:lnTo>
                <a:lnTo>
                  <a:pt x="6471267" y="156683"/>
                </a:lnTo>
                <a:lnTo>
                  <a:pt x="6476240" y="110673"/>
                </a:lnTo>
                <a:lnTo>
                  <a:pt x="6481836" y="128704"/>
                </a:lnTo>
                <a:lnTo>
                  <a:pt x="6486811" y="138652"/>
                </a:lnTo>
                <a:lnTo>
                  <a:pt x="6492406" y="137409"/>
                </a:lnTo>
                <a:lnTo>
                  <a:pt x="6498002" y="166010"/>
                </a:lnTo>
                <a:lnTo>
                  <a:pt x="6502976" y="139896"/>
                </a:lnTo>
                <a:lnTo>
                  <a:pt x="6508572" y="152331"/>
                </a:lnTo>
                <a:lnTo>
                  <a:pt x="6513546" y="145492"/>
                </a:lnTo>
                <a:lnTo>
                  <a:pt x="6519142" y="144870"/>
                </a:lnTo>
                <a:lnTo>
                  <a:pt x="6524738" y="147357"/>
                </a:lnTo>
                <a:lnTo>
                  <a:pt x="6529711" y="143005"/>
                </a:lnTo>
                <a:lnTo>
                  <a:pt x="6535307" y="143005"/>
                </a:lnTo>
                <a:lnTo>
                  <a:pt x="6540903" y="147979"/>
                </a:lnTo>
                <a:lnTo>
                  <a:pt x="6545878" y="152331"/>
                </a:lnTo>
                <a:lnTo>
                  <a:pt x="6551473" y="151088"/>
                </a:lnTo>
                <a:lnTo>
                  <a:pt x="6556447" y="150466"/>
                </a:lnTo>
                <a:lnTo>
                  <a:pt x="6562043" y="146113"/>
                </a:lnTo>
                <a:lnTo>
                  <a:pt x="6567639" y="148600"/>
                </a:lnTo>
                <a:lnTo>
                  <a:pt x="6572613" y="145492"/>
                </a:lnTo>
                <a:lnTo>
                  <a:pt x="6578209" y="145492"/>
                </a:lnTo>
                <a:lnTo>
                  <a:pt x="6583183" y="145492"/>
                </a:lnTo>
                <a:lnTo>
                  <a:pt x="6588779" y="149222"/>
                </a:lnTo>
                <a:lnTo>
                  <a:pt x="6594375" y="146113"/>
                </a:lnTo>
                <a:lnTo>
                  <a:pt x="6599349" y="150466"/>
                </a:lnTo>
                <a:lnTo>
                  <a:pt x="6604945" y="147979"/>
                </a:lnTo>
                <a:lnTo>
                  <a:pt x="6609919" y="146113"/>
                </a:lnTo>
                <a:lnTo>
                  <a:pt x="6615515" y="144870"/>
                </a:lnTo>
                <a:lnTo>
                  <a:pt x="6621111" y="149844"/>
                </a:lnTo>
                <a:lnTo>
                  <a:pt x="6626084" y="144248"/>
                </a:lnTo>
                <a:lnTo>
                  <a:pt x="6631680" y="147357"/>
                </a:lnTo>
                <a:lnTo>
                  <a:pt x="6636654" y="147357"/>
                </a:lnTo>
                <a:lnTo>
                  <a:pt x="6642250" y="144870"/>
                </a:lnTo>
                <a:lnTo>
                  <a:pt x="6647846" y="147357"/>
                </a:lnTo>
                <a:lnTo>
                  <a:pt x="6652820" y="147357"/>
                </a:lnTo>
                <a:lnTo>
                  <a:pt x="6658416" y="144248"/>
                </a:lnTo>
                <a:lnTo>
                  <a:pt x="6664012" y="145492"/>
                </a:lnTo>
                <a:lnTo>
                  <a:pt x="6668986" y="145492"/>
                </a:lnTo>
                <a:lnTo>
                  <a:pt x="6674582" y="148600"/>
                </a:lnTo>
                <a:lnTo>
                  <a:pt x="6679556" y="153575"/>
                </a:lnTo>
                <a:lnTo>
                  <a:pt x="6685151" y="146113"/>
                </a:lnTo>
                <a:lnTo>
                  <a:pt x="6690747" y="148600"/>
                </a:lnTo>
                <a:lnTo>
                  <a:pt x="6695722" y="149844"/>
                </a:lnTo>
                <a:lnTo>
                  <a:pt x="6701318" y="147357"/>
                </a:lnTo>
                <a:lnTo>
                  <a:pt x="6706291" y="118756"/>
                </a:lnTo>
                <a:lnTo>
                  <a:pt x="6711887" y="146735"/>
                </a:lnTo>
                <a:lnTo>
                  <a:pt x="6717483" y="140518"/>
                </a:lnTo>
                <a:lnTo>
                  <a:pt x="6722457" y="143005"/>
                </a:lnTo>
                <a:lnTo>
                  <a:pt x="6728053" y="130569"/>
                </a:lnTo>
                <a:lnTo>
                  <a:pt x="6733027" y="226942"/>
                </a:lnTo>
                <a:lnTo>
                  <a:pt x="6738623" y="177201"/>
                </a:lnTo>
                <a:lnTo>
                  <a:pt x="6744218" y="175336"/>
                </a:lnTo>
                <a:lnTo>
                  <a:pt x="6749193" y="132435"/>
                </a:lnTo>
                <a:lnTo>
                  <a:pt x="6754789" y="103212"/>
                </a:lnTo>
                <a:lnTo>
                  <a:pt x="6759762" y="221968"/>
                </a:lnTo>
                <a:lnTo>
                  <a:pt x="6765358" y="134300"/>
                </a:lnTo>
                <a:lnTo>
                  <a:pt x="6770954" y="205180"/>
                </a:lnTo>
                <a:lnTo>
                  <a:pt x="6775929" y="359377"/>
                </a:lnTo>
                <a:lnTo>
                  <a:pt x="6781524" y="111917"/>
                </a:lnTo>
                <a:lnTo>
                  <a:pt x="6786498" y="40414"/>
                </a:lnTo>
                <a:lnTo>
                  <a:pt x="6792094" y="96373"/>
                </a:lnTo>
                <a:lnTo>
                  <a:pt x="6797690" y="346320"/>
                </a:lnTo>
                <a:lnTo>
                  <a:pt x="6802664" y="113160"/>
                </a:lnTo>
                <a:lnTo>
                  <a:pt x="6808260" y="115025"/>
                </a:lnTo>
                <a:lnTo>
                  <a:pt x="6813856" y="170984"/>
                </a:lnTo>
                <a:lnTo>
                  <a:pt x="6818829" y="88912"/>
                </a:lnTo>
                <a:lnTo>
                  <a:pt x="6824425" y="146113"/>
                </a:lnTo>
                <a:lnTo>
                  <a:pt x="6829400" y="116269"/>
                </a:lnTo>
                <a:lnTo>
                  <a:pt x="6834996" y="120000"/>
                </a:lnTo>
                <a:lnTo>
                  <a:pt x="6840591" y="85803"/>
                </a:lnTo>
                <a:lnTo>
                  <a:pt x="6845565" y="97616"/>
                </a:lnTo>
                <a:lnTo>
                  <a:pt x="6851161" y="128082"/>
                </a:lnTo>
                <a:lnTo>
                  <a:pt x="6856135" y="147979"/>
                </a:lnTo>
                <a:lnTo>
                  <a:pt x="6861731" y="138031"/>
                </a:lnTo>
                <a:lnTo>
                  <a:pt x="6867327" y="142383"/>
                </a:lnTo>
                <a:lnTo>
                  <a:pt x="6872301" y="161036"/>
                </a:lnTo>
                <a:lnTo>
                  <a:pt x="6877896" y="151088"/>
                </a:lnTo>
                <a:lnTo>
                  <a:pt x="6882871" y="154818"/>
                </a:lnTo>
                <a:lnTo>
                  <a:pt x="6888467" y="154196"/>
                </a:lnTo>
                <a:lnTo>
                  <a:pt x="6894063" y="149844"/>
                </a:lnTo>
                <a:lnTo>
                  <a:pt x="6899036" y="137409"/>
                </a:lnTo>
                <a:lnTo>
                  <a:pt x="6904632" y="151088"/>
                </a:lnTo>
                <a:lnTo>
                  <a:pt x="6909607" y="146735"/>
                </a:lnTo>
                <a:lnTo>
                  <a:pt x="6915202" y="146113"/>
                </a:lnTo>
                <a:lnTo>
                  <a:pt x="6920798" y="185906"/>
                </a:lnTo>
                <a:lnTo>
                  <a:pt x="6925772" y="151088"/>
                </a:lnTo>
                <a:lnTo>
                  <a:pt x="6931368" y="126839"/>
                </a:lnTo>
                <a:lnTo>
                  <a:pt x="6936964" y="111295"/>
                </a:lnTo>
                <a:lnTo>
                  <a:pt x="6941938" y="143005"/>
                </a:lnTo>
                <a:lnTo>
                  <a:pt x="6947534" y="267356"/>
                </a:lnTo>
                <a:lnTo>
                  <a:pt x="6952508" y="220724"/>
                </a:lnTo>
                <a:lnTo>
                  <a:pt x="6958104" y="81450"/>
                </a:lnTo>
                <a:lnTo>
                  <a:pt x="6963699" y="239999"/>
                </a:lnTo>
                <a:lnTo>
                  <a:pt x="6968674" y="207667"/>
                </a:lnTo>
                <a:lnTo>
                  <a:pt x="6974269" y="35440"/>
                </a:lnTo>
                <a:lnTo>
                  <a:pt x="6979243" y="217616"/>
                </a:lnTo>
                <a:lnTo>
                  <a:pt x="6984839" y="210776"/>
                </a:lnTo>
                <a:lnTo>
                  <a:pt x="6990435" y="39171"/>
                </a:lnTo>
                <a:lnTo>
                  <a:pt x="6995409" y="200828"/>
                </a:lnTo>
                <a:lnTo>
                  <a:pt x="7001005" y="206424"/>
                </a:lnTo>
                <a:lnTo>
                  <a:pt x="7005979" y="42280"/>
                </a:lnTo>
                <a:lnTo>
                  <a:pt x="7011575" y="198341"/>
                </a:lnTo>
                <a:lnTo>
                  <a:pt x="7017171" y="188393"/>
                </a:lnTo>
                <a:lnTo>
                  <a:pt x="7022145" y="182175"/>
                </a:lnTo>
                <a:lnTo>
                  <a:pt x="7027741" y="131191"/>
                </a:lnTo>
                <a:lnTo>
                  <a:pt x="7032715" y="227564"/>
                </a:lnTo>
                <a:lnTo>
                  <a:pt x="7038311" y="42901"/>
                </a:lnTo>
                <a:lnTo>
                  <a:pt x="7043907" y="224455"/>
                </a:lnTo>
                <a:lnTo>
                  <a:pt x="7048880" y="186528"/>
                </a:lnTo>
                <a:lnTo>
                  <a:pt x="7054476" y="138031"/>
                </a:lnTo>
                <a:lnTo>
                  <a:pt x="7060072" y="152331"/>
                </a:lnTo>
                <a:lnTo>
                  <a:pt x="7065046" y="221346"/>
                </a:lnTo>
                <a:lnTo>
                  <a:pt x="7070642" y="167253"/>
                </a:lnTo>
                <a:lnTo>
                  <a:pt x="7075616" y="162279"/>
                </a:lnTo>
                <a:lnTo>
                  <a:pt x="7081212" y="123730"/>
                </a:lnTo>
                <a:lnTo>
                  <a:pt x="7086808" y="165388"/>
                </a:lnTo>
                <a:lnTo>
                  <a:pt x="7091782" y="147979"/>
                </a:lnTo>
                <a:lnTo>
                  <a:pt x="7097378" y="149222"/>
                </a:lnTo>
                <a:lnTo>
                  <a:pt x="7102352" y="160414"/>
                </a:lnTo>
                <a:lnTo>
                  <a:pt x="7107947" y="137409"/>
                </a:lnTo>
                <a:lnTo>
                  <a:pt x="7113543" y="111917"/>
                </a:lnTo>
                <a:lnTo>
                  <a:pt x="7118518" y="162279"/>
                </a:lnTo>
                <a:lnTo>
                  <a:pt x="7124114" y="29844"/>
                </a:lnTo>
                <a:lnTo>
                  <a:pt x="7129087" y="272331"/>
                </a:lnTo>
                <a:lnTo>
                  <a:pt x="7134683" y="205802"/>
                </a:lnTo>
                <a:lnTo>
                  <a:pt x="7140279" y="114404"/>
                </a:lnTo>
                <a:lnTo>
                  <a:pt x="7145253" y="169740"/>
                </a:lnTo>
                <a:lnTo>
                  <a:pt x="7150849" y="212642"/>
                </a:lnTo>
                <a:lnTo>
                  <a:pt x="7155823" y="176579"/>
                </a:lnTo>
                <a:lnTo>
                  <a:pt x="7161419" y="18653"/>
                </a:lnTo>
                <a:lnTo>
                  <a:pt x="7167014" y="1244"/>
                </a:lnTo>
                <a:lnTo>
                  <a:pt x="7171989" y="31088"/>
                </a:lnTo>
                <a:lnTo>
                  <a:pt x="7177585" y="98238"/>
                </a:lnTo>
                <a:lnTo>
                  <a:pt x="7183181" y="138652"/>
                </a:lnTo>
                <a:lnTo>
                  <a:pt x="7188154" y="136787"/>
                </a:lnTo>
                <a:lnTo>
                  <a:pt x="7193750" y="133678"/>
                </a:lnTo>
                <a:lnTo>
                  <a:pt x="7198725" y="139274"/>
                </a:lnTo>
                <a:lnTo>
                  <a:pt x="7204320" y="151088"/>
                </a:lnTo>
                <a:lnTo>
                  <a:pt x="7209916" y="154818"/>
                </a:lnTo>
                <a:lnTo>
                  <a:pt x="7214890" y="124974"/>
                </a:lnTo>
                <a:lnTo>
                  <a:pt x="7220486" y="186528"/>
                </a:lnTo>
                <a:lnTo>
                  <a:pt x="7225460" y="143005"/>
                </a:lnTo>
                <a:lnTo>
                  <a:pt x="7231056" y="90155"/>
                </a:lnTo>
              </a:path>
            </a:pathLst>
          </a:custGeom>
          <a:noFill/>
          <a:ln w="7769" cap="flat">
            <a:solidFill>
              <a:srgbClr val="8D9298"/>
            </a:solidFill>
            <a:prstDash val="solid"/>
            <a:round/>
          </a:ln>
        </p:spPr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6C70A93-7FC2-C859-4274-F3CEF9574715}"/>
              </a:ext>
            </a:extLst>
          </p:cNvPr>
          <p:cNvSpPr txBox="1"/>
          <p:nvPr/>
        </p:nvSpPr>
        <p:spPr>
          <a:xfrm>
            <a:off x="1604932" y="2183407"/>
            <a:ext cx="886781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b="1" spc="0" baseline="0" dirty="0">
                <a:ln/>
                <a:solidFill>
                  <a:srgbClr val="E99343"/>
                </a:solidFill>
                <a:latin typeface="微软雅黑"/>
                <a:ea typeface="微软雅黑"/>
                <a:sym typeface="微软雅黑"/>
                <a:rtl val="0"/>
              </a:rPr>
              <a:t>语音原生序列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D96B30C-10B8-6D96-30D9-931B7E91A241}"/>
              </a:ext>
            </a:extLst>
          </p:cNvPr>
          <p:cNvSpPr txBox="1"/>
          <p:nvPr/>
        </p:nvSpPr>
        <p:spPr>
          <a:xfrm>
            <a:off x="1614264" y="2415809"/>
            <a:ext cx="877577" cy="214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25" spc="0" baseline="0" dirty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不同时间粒度（示意）</a:t>
            </a: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A01F452F-4B9D-87BC-2C27-66ED3F3391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3527" y="2138850"/>
            <a:ext cx="7231055" cy="683934"/>
          </a:xfrm>
          <a:custGeom>
            <a:avLst/>
            <a:gdLst>
              <a:gd name="csX0" fmla="*/ 0 w 7231055"/>
              <a:gd name="csY0" fmla="*/ 0 h 683934"/>
              <a:gd name="csX1" fmla="*/ 7231056 w 7231055"/>
              <a:gd name="csY1" fmla="*/ 0 h 683934"/>
              <a:gd name="csX2" fmla="*/ 7231056 w 7231055"/>
              <a:gd name="csY2" fmla="*/ 683935 h 683934"/>
              <a:gd name="csX3" fmla="*/ 0 w 7231055"/>
              <a:gd name="csY3" fmla="*/ 683935 h 6839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31055" h="683934">
                <a:moveTo>
                  <a:pt x="0" y="0"/>
                </a:moveTo>
                <a:lnTo>
                  <a:pt x="7231056" y="0"/>
                </a:lnTo>
                <a:lnTo>
                  <a:pt x="7231056" y="683935"/>
                </a:lnTo>
                <a:lnTo>
                  <a:pt x="0" y="683935"/>
                </a:lnTo>
                <a:close/>
              </a:path>
            </a:pathLst>
          </a:cu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8EF6559E-8593-6D3C-697F-CB89F9D25FA1}"/>
              </a:ext>
            </a:extLst>
          </p:cNvPr>
          <p:cNvSpPr/>
          <p:nvPr/>
        </p:nvSpPr>
        <p:spPr>
          <a:xfrm>
            <a:off x="2853527" y="2138850"/>
            <a:ext cx="7231055" cy="683934"/>
          </a:xfrm>
          <a:prstGeom prst="rect">
            <a:avLst/>
          </a:prstGeom>
          <a:noFill/>
          <a:ln w="4351" cap="flat">
            <a:solidFill>
              <a:srgbClr val="D5DADE"/>
            </a:solidFill>
            <a:prstDash val="solid"/>
            <a:miter/>
          </a:ln>
        </p:spPr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7053749-8A58-5C8B-F0B3-B039875B317F}"/>
              </a:ext>
            </a:extLst>
          </p:cNvPr>
          <p:cNvSpPr txBox="1"/>
          <p:nvPr/>
        </p:nvSpPr>
        <p:spPr>
          <a:xfrm>
            <a:off x="1558789" y="2846331"/>
            <a:ext cx="886781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b="1" spc="0" baseline="0" dirty="0">
                <a:ln/>
                <a:solidFill>
                  <a:schemeClr val="accent5">
                    <a:lumMod val="75000"/>
                  </a:schemeClr>
                </a:solidFill>
                <a:latin typeface="微软雅黑"/>
                <a:ea typeface="微软雅黑"/>
                <a:sym typeface="微软雅黑"/>
                <a:rtl val="0"/>
              </a:rPr>
              <a:t>视觉原生序列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9959202-8DD0-99F3-09F9-1635C027AFBD}"/>
              </a:ext>
            </a:extLst>
          </p:cNvPr>
          <p:cNvSpPr txBox="1"/>
          <p:nvPr/>
        </p:nvSpPr>
        <p:spPr>
          <a:xfrm>
            <a:off x="1605726" y="3031631"/>
            <a:ext cx="894654" cy="214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25" spc="0" baseline="0" dirty="0">
                <a:ln/>
                <a:solidFill>
                  <a:srgbClr val="737B84"/>
                </a:solidFill>
                <a:latin typeface="微软雅黑"/>
                <a:ea typeface="微软雅黑"/>
                <a:sym typeface="微软雅黑"/>
                <a:rtl val="0"/>
              </a:rPr>
              <a:t>不同时间粒度（示意）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87E0792C-DE37-218B-65F1-4DA4A1BCE7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3527" y="2878743"/>
            <a:ext cx="7231055" cy="410360"/>
          </a:xfrm>
          <a:custGeom>
            <a:avLst/>
            <a:gdLst>
              <a:gd name="csX0" fmla="*/ 0 w 7231055"/>
              <a:gd name="csY0" fmla="*/ 0 h 410360"/>
              <a:gd name="csX1" fmla="*/ 7231056 w 7231055"/>
              <a:gd name="csY1" fmla="*/ 0 h 410360"/>
              <a:gd name="csX2" fmla="*/ 7231056 w 7231055"/>
              <a:gd name="csY2" fmla="*/ 410361 h 410360"/>
              <a:gd name="csX3" fmla="*/ 0 w 7231055"/>
              <a:gd name="csY3" fmla="*/ 410361 h 410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31055" h="410360">
                <a:moveTo>
                  <a:pt x="0" y="0"/>
                </a:moveTo>
                <a:lnTo>
                  <a:pt x="7231056" y="0"/>
                </a:lnTo>
                <a:lnTo>
                  <a:pt x="7231056" y="410361"/>
                </a:lnTo>
                <a:lnTo>
                  <a:pt x="0" y="410361"/>
                </a:lnTo>
                <a:close/>
              </a:path>
            </a:pathLst>
          </a:custGeom>
        </p:spPr>
      </p:pic>
      <p:sp>
        <p:nvSpPr>
          <p:cNvPr id="67" name="矩形 66">
            <a:extLst>
              <a:ext uri="{FF2B5EF4-FFF2-40B4-BE49-F238E27FC236}">
                <a16:creationId xmlns:a16="http://schemas.microsoft.com/office/drawing/2014/main" id="{75CDECB8-05D0-940A-142B-7253540D1587}"/>
              </a:ext>
            </a:extLst>
          </p:cNvPr>
          <p:cNvSpPr/>
          <p:nvPr/>
        </p:nvSpPr>
        <p:spPr>
          <a:xfrm>
            <a:off x="2853527" y="2878743"/>
            <a:ext cx="7231055" cy="410360"/>
          </a:xfrm>
          <a:prstGeom prst="rect">
            <a:avLst/>
          </a:prstGeom>
          <a:noFill/>
          <a:ln w="4351" cap="flat">
            <a:solidFill>
              <a:srgbClr val="D5DADE"/>
            </a:solidFill>
            <a:prstDash val="solid"/>
            <a:miter/>
          </a:ln>
        </p:spPr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31681AB-1FD8-C267-5721-E2D7C18ECA42}"/>
              </a:ext>
            </a:extLst>
          </p:cNvPr>
          <p:cNvSpPr txBox="1"/>
          <p:nvPr/>
        </p:nvSpPr>
        <p:spPr>
          <a:xfrm>
            <a:off x="1562211" y="3412582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原生时间区间</a:t>
            </a:r>
            <a:endParaRPr lang="zh-CN" altLang="en-US" sz="1275" b="1" spc="0" baseline="0" dirty="0">
              <a:ln/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/>
              <a:rtl val="0"/>
            </a:endParaRPr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DE737697-C46F-6CD4-FB42-29E27A809C01}"/>
              </a:ext>
            </a:extLst>
          </p:cNvPr>
          <p:cNvSpPr/>
          <p:nvPr/>
        </p:nvSpPr>
        <p:spPr>
          <a:xfrm>
            <a:off x="2853527" y="3301539"/>
            <a:ext cx="723105" cy="920203"/>
          </a:xfrm>
          <a:custGeom>
            <a:avLst/>
            <a:gdLst>
              <a:gd name="csX0" fmla="*/ 0 w 723105"/>
              <a:gd name="csY0" fmla="*/ 0 h 920203"/>
              <a:gd name="csX1" fmla="*/ 723106 w 723105"/>
              <a:gd name="csY1" fmla="*/ 0 h 920203"/>
              <a:gd name="csX2" fmla="*/ 698235 w 723105"/>
              <a:gd name="csY2" fmla="*/ 920203 h 920203"/>
              <a:gd name="csX3" fmla="*/ 0 w 723105"/>
              <a:gd name="csY3" fmla="*/ 920203 h 920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3105" h="920203">
                <a:moveTo>
                  <a:pt x="0" y="0"/>
                </a:moveTo>
                <a:lnTo>
                  <a:pt x="723106" y="0"/>
                </a:lnTo>
                <a:lnTo>
                  <a:pt x="698235" y="920203"/>
                </a:lnTo>
                <a:lnTo>
                  <a:pt x="0" y="920203"/>
                </a:lnTo>
                <a:close/>
              </a:path>
            </a:pathLst>
          </a:custGeom>
          <a:solidFill>
            <a:srgbClr val="E5F3F8">
              <a:alpha val="80000"/>
            </a:srgbClr>
          </a:solidFill>
          <a:ln w="6215" cap="flat">
            <a:noFill/>
            <a:prstDash val="solid"/>
            <a:miter/>
          </a:ln>
        </p:spPr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642C1214-4139-7BA4-1DA8-E5CFDC452929}"/>
              </a:ext>
            </a:extLst>
          </p:cNvPr>
          <p:cNvSpPr/>
          <p:nvPr/>
        </p:nvSpPr>
        <p:spPr>
          <a:xfrm>
            <a:off x="3551762" y="3301539"/>
            <a:ext cx="747976" cy="920203"/>
          </a:xfrm>
          <a:custGeom>
            <a:avLst/>
            <a:gdLst>
              <a:gd name="csX0" fmla="*/ 24870 w 747976"/>
              <a:gd name="csY0" fmla="*/ 0 h 920203"/>
              <a:gd name="csX1" fmla="*/ 747976 w 747976"/>
              <a:gd name="csY1" fmla="*/ 0 h 920203"/>
              <a:gd name="csX2" fmla="*/ 747976 w 747976"/>
              <a:gd name="csY2" fmla="*/ 920203 h 920203"/>
              <a:gd name="csX3" fmla="*/ 0 w 747976"/>
              <a:gd name="csY3" fmla="*/ 920203 h 920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7976" h="920203">
                <a:moveTo>
                  <a:pt x="24870" y="0"/>
                </a:moveTo>
                <a:lnTo>
                  <a:pt x="747976" y="0"/>
                </a:lnTo>
                <a:lnTo>
                  <a:pt x="747976" y="920203"/>
                </a:lnTo>
                <a:lnTo>
                  <a:pt x="0" y="920203"/>
                </a:lnTo>
                <a:close/>
              </a:path>
            </a:pathLst>
          </a:custGeom>
          <a:solidFill>
            <a:srgbClr val="EFECF8">
              <a:alpha val="80000"/>
            </a:srgbClr>
          </a:solidFill>
          <a:ln w="6215" cap="flat">
            <a:noFill/>
            <a:prstDash val="solid"/>
            <a:miter/>
          </a:ln>
        </p:spPr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60FDCD12-2F54-7701-5A05-0A42DDFC7317}"/>
              </a:ext>
            </a:extLst>
          </p:cNvPr>
          <p:cNvSpPr/>
          <p:nvPr/>
        </p:nvSpPr>
        <p:spPr>
          <a:xfrm>
            <a:off x="4299738" y="3301539"/>
            <a:ext cx="897819" cy="920203"/>
          </a:xfrm>
          <a:custGeom>
            <a:avLst/>
            <a:gdLst>
              <a:gd name="csX0" fmla="*/ 0 w 897819"/>
              <a:gd name="csY0" fmla="*/ 0 h 920203"/>
              <a:gd name="csX1" fmla="*/ 723106 w 897819"/>
              <a:gd name="csY1" fmla="*/ 0 h 920203"/>
              <a:gd name="csX2" fmla="*/ 897820 w 897819"/>
              <a:gd name="csY2" fmla="*/ 920203 h 920203"/>
              <a:gd name="csX3" fmla="*/ 0 w 897819"/>
              <a:gd name="csY3" fmla="*/ 920203 h 920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97819" h="920203">
                <a:moveTo>
                  <a:pt x="0" y="0"/>
                </a:moveTo>
                <a:lnTo>
                  <a:pt x="723106" y="0"/>
                </a:lnTo>
                <a:lnTo>
                  <a:pt x="897820" y="920203"/>
                </a:lnTo>
                <a:lnTo>
                  <a:pt x="0" y="920203"/>
                </a:lnTo>
                <a:close/>
              </a:path>
            </a:pathLst>
          </a:custGeom>
          <a:solidFill>
            <a:srgbClr val="E2E8F6">
              <a:alpha val="80000"/>
            </a:srgbClr>
          </a:solidFill>
          <a:ln w="6215" cap="flat">
            <a:noFill/>
            <a:prstDash val="solid"/>
            <a:miter/>
          </a:ln>
        </p:spPr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1CAA6A2E-26D2-BCD4-00C6-ADDFEB22980C}"/>
              </a:ext>
            </a:extLst>
          </p:cNvPr>
          <p:cNvSpPr/>
          <p:nvPr/>
        </p:nvSpPr>
        <p:spPr>
          <a:xfrm>
            <a:off x="5022844" y="3301539"/>
            <a:ext cx="972430" cy="920203"/>
          </a:xfrm>
          <a:custGeom>
            <a:avLst/>
            <a:gdLst>
              <a:gd name="csX0" fmla="*/ 0 w 972430"/>
              <a:gd name="csY0" fmla="*/ 0 h 920203"/>
              <a:gd name="csX1" fmla="*/ 723106 w 972430"/>
              <a:gd name="csY1" fmla="*/ 0 h 920203"/>
              <a:gd name="csX2" fmla="*/ 972431 w 972430"/>
              <a:gd name="csY2" fmla="*/ 920203 h 920203"/>
              <a:gd name="csX3" fmla="*/ 174714 w 972430"/>
              <a:gd name="csY3" fmla="*/ 920203 h 920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72430" h="920203">
                <a:moveTo>
                  <a:pt x="0" y="0"/>
                </a:moveTo>
                <a:lnTo>
                  <a:pt x="723106" y="0"/>
                </a:lnTo>
                <a:lnTo>
                  <a:pt x="972431" y="920203"/>
                </a:lnTo>
                <a:lnTo>
                  <a:pt x="174714" y="920203"/>
                </a:lnTo>
                <a:close/>
              </a:path>
            </a:pathLst>
          </a:custGeom>
          <a:solidFill>
            <a:srgbClr val="EFECF8">
              <a:alpha val="80000"/>
            </a:srgbClr>
          </a:solidFill>
          <a:ln w="6215" cap="flat">
            <a:noFill/>
            <a:prstDash val="solid"/>
            <a:miter/>
          </a:ln>
        </p:spPr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A5A1D470-5BE2-25B7-CB2D-234B61044C10}"/>
              </a:ext>
            </a:extLst>
          </p:cNvPr>
          <p:cNvSpPr/>
          <p:nvPr/>
        </p:nvSpPr>
        <p:spPr>
          <a:xfrm>
            <a:off x="5745949" y="3301539"/>
            <a:ext cx="1097404" cy="920203"/>
          </a:xfrm>
          <a:custGeom>
            <a:avLst/>
            <a:gdLst>
              <a:gd name="csX0" fmla="*/ 0 w 1097404"/>
              <a:gd name="csY0" fmla="*/ 0 h 920203"/>
              <a:gd name="csX1" fmla="*/ 723106 w 1097404"/>
              <a:gd name="csY1" fmla="*/ 0 h 920203"/>
              <a:gd name="csX2" fmla="*/ 1097404 w 1097404"/>
              <a:gd name="csY2" fmla="*/ 920203 h 920203"/>
              <a:gd name="csX3" fmla="*/ 249325 w 1097404"/>
              <a:gd name="csY3" fmla="*/ 920203 h 920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97404" h="920203">
                <a:moveTo>
                  <a:pt x="0" y="0"/>
                </a:moveTo>
                <a:lnTo>
                  <a:pt x="723106" y="0"/>
                </a:lnTo>
                <a:lnTo>
                  <a:pt x="1097404" y="920203"/>
                </a:lnTo>
                <a:lnTo>
                  <a:pt x="249325" y="920203"/>
                </a:lnTo>
                <a:close/>
              </a:path>
            </a:pathLst>
          </a:custGeom>
          <a:solidFill>
            <a:srgbClr val="E5F3F8">
              <a:alpha val="80000"/>
            </a:srgbClr>
          </a:solidFill>
          <a:ln w="6215" cap="flat">
            <a:noFill/>
            <a:prstDash val="solid"/>
            <a:miter/>
          </a:ln>
        </p:spPr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3CE46529-0333-952B-98AC-CF9F01AD7022}"/>
              </a:ext>
            </a:extLst>
          </p:cNvPr>
          <p:cNvSpPr/>
          <p:nvPr/>
        </p:nvSpPr>
        <p:spPr>
          <a:xfrm>
            <a:off x="6469055" y="3301539"/>
            <a:ext cx="1122274" cy="920203"/>
          </a:xfrm>
          <a:custGeom>
            <a:avLst/>
            <a:gdLst>
              <a:gd name="csX0" fmla="*/ 0 w 1122274"/>
              <a:gd name="csY0" fmla="*/ 0 h 920203"/>
              <a:gd name="csX1" fmla="*/ 723106 w 1122274"/>
              <a:gd name="csY1" fmla="*/ 0 h 920203"/>
              <a:gd name="csX2" fmla="*/ 1122275 w 1122274"/>
              <a:gd name="csY2" fmla="*/ 920203 h 920203"/>
              <a:gd name="csX3" fmla="*/ 374299 w 1122274"/>
              <a:gd name="csY3" fmla="*/ 920203 h 920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22274" h="920203">
                <a:moveTo>
                  <a:pt x="0" y="0"/>
                </a:moveTo>
                <a:lnTo>
                  <a:pt x="723106" y="0"/>
                </a:lnTo>
                <a:lnTo>
                  <a:pt x="1122275" y="920203"/>
                </a:lnTo>
                <a:lnTo>
                  <a:pt x="374299" y="920203"/>
                </a:lnTo>
                <a:close/>
              </a:path>
            </a:pathLst>
          </a:custGeom>
          <a:solidFill>
            <a:srgbClr val="EFECF8">
              <a:alpha val="80000"/>
            </a:srgbClr>
          </a:solidFill>
          <a:ln w="6215" cap="flat">
            <a:noFill/>
            <a:prstDash val="solid"/>
            <a:miter/>
          </a:ln>
        </p:spPr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E06ECF56-0378-33D2-69CE-D71F50AEE6E8}"/>
              </a:ext>
            </a:extLst>
          </p:cNvPr>
          <p:cNvSpPr/>
          <p:nvPr/>
        </p:nvSpPr>
        <p:spPr>
          <a:xfrm>
            <a:off x="7192160" y="3301539"/>
            <a:ext cx="1246626" cy="920203"/>
          </a:xfrm>
          <a:custGeom>
            <a:avLst/>
            <a:gdLst>
              <a:gd name="csX0" fmla="*/ 0 w 1246626"/>
              <a:gd name="csY0" fmla="*/ 0 h 920203"/>
              <a:gd name="csX1" fmla="*/ 723106 w 1246626"/>
              <a:gd name="csY1" fmla="*/ 0 h 920203"/>
              <a:gd name="csX2" fmla="*/ 1246627 w 1246626"/>
              <a:gd name="csY2" fmla="*/ 920203 h 920203"/>
              <a:gd name="csX3" fmla="*/ 399169 w 1246626"/>
              <a:gd name="csY3" fmla="*/ 920203 h 920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46626" h="920203">
                <a:moveTo>
                  <a:pt x="0" y="0"/>
                </a:moveTo>
                <a:lnTo>
                  <a:pt x="723106" y="0"/>
                </a:lnTo>
                <a:lnTo>
                  <a:pt x="1246627" y="920203"/>
                </a:lnTo>
                <a:lnTo>
                  <a:pt x="399169" y="920203"/>
                </a:lnTo>
                <a:close/>
              </a:path>
            </a:pathLst>
          </a:custGeom>
          <a:solidFill>
            <a:srgbClr val="E2E8F6">
              <a:alpha val="80000"/>
            </a:srgbClr>
          </a:solidFill>
          <a:ln w="6215" cap="flat">
            <a:noFill/>
            <a:prstDash val="solid"/>
            <a:miter/>
          </a:ln>
        </p:spPr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9933D618-FDAE-AF91-55DA-4EB2EE7C1B3B}"/>
              </a:ext>
            </a:extLst>
          </p:cNvPr>
          <p:cNvSpPr/>
          <p:nvPr/>
        </p:nvSpPr>
        <p:spPr>
          <a:xfrm>
            <a:off x="7915266" y="3301539"/>
            <a:ext cx="922690" cy="920203"/>
          </a:xfrm>
          <a:custGeom>
            <a:avLst/>
            <a:gdLst>
              <a:gd name="csX0" fmla="*/ 0 w 922690"/>
              <a:gd name="csY0" fmla="*/ 0 h 920203"/>
              <a:gd name="csX1" fmla="*/ 723106 w 922690"/>
              <a:gd name="csY1" fmla="*/ 0 h 920203"/>
              <a:gd name="csX2" fmla="*/ 922690 w 922690"/>
              <a:gd name="csY2" fmla="*/ 920203 h 920203"/>
              <a:gd name="csX3" fmla="*/ 523521 w 922690"/>
              <a:gd name="csY3" fmla="*/ 920203 h 920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22690" h="920203">
                <a:moveTo>
                  <a:pt x="0" y="0"/>
                </a:moveTo>
                <a:lnTo>
                  <a:pt x="723106" y="0"/>
                </a:lnTo>
                <a:lnTo>
                  <a:pt x="922690" y="920203"/>
                </a:lnTo>
                <a:lnTo>
                  <a:pt x="523521" y="920203"/>
                </a:lnTo>
                <a:close/>
              </a:path>
            </a:pathLst>
          </a:custGeom>
          <a:solidFill>
            <a:srgbClr val="EFECF8">
              <a:alpha val="80000"/>
            </a:srgbClr>
          </a:solidFill>
          <a:ln w="6215" cap="flat">
            <a:noFill/>
            <a:prstDash val="solid"/>
            <a:miter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7C20E31B-6ADA-BD84-CDF6-BBCF882B030A}"/>
              </a:ext>
            </a:extLst>
          </p:cNvPr>
          <p:cNvSpPr/>
          <p:nvPr/>
        </p:nvSpPr>
        <p:spPr>
          <a:xfrm>
            <a:off x="8638372" y="3301539"/>
            <a:ext cx="848079" cy="920203"/>
          </a:xfrm>
          <a:custGeom>
            <a:avLst/>
            <a:gdLst>
              <a:gd name="csX0" fmla="*/ 0 w 848079"/>
              <a:gd name="csY0" fmla="*/ 0 h 920203"/>
              <a:gd name="csX1" fmla="*/ 723105 w 848079"/>
              <a:gd name="csY1" fmla="*/ 0 h 920203"/>
              <a:gd name="csX2" fmla="*/ 848079 w 848079"/>
              <a:gd name="csY2" fmla="*/ 920203 h 920203"/>
              <a:gd name="csX3" fmla="*/ 199584 w 848079"/>
              <a:gd name="csY3" fmla="*/ 920203 h 920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48079" h="920203">
                <a:moveTo>
                  <a:pt x="0" y="0"/>
                </a:moveTo>
                <a:lnTo>
                  <a:pt x="723105" y="0"/>
                </a:lnTo>
                <a:lnTo>
                  <a:pt x="848079" y="920203"/>
                </a:lnTo>
                <a:lnTo>
                  <a:pt x="199584" y="920203"/>
                </a:lnTo>
                <a:close/>
              </a:path>
            </a:pathLst>
          </a:custGeom>
          <a:solidFill>
            <a:srgbClr val="E5F3F8">
              <a:alpha val="80000"/>
            </a:srgbClr>
          </a:solidFill>
          <a:ln w="6215" cap="flat">
            <a:noFill/>
            <a:prstDash val="solid"/>
            <a:miter/>
          </a:ln>
        </p:spPr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1F88811F-2783-89D6-A53F-5CBD5D6C5D9F}"/>
              </a:ext>
            </a:extLst>
          </p:cNvPr>
          <p:cNvSpPr/>
          <p:nvPr/>
        </p:nvSpPr>
        <p:spPr>
          <a:xfrm>
            <a:off x="9361477" y="3301539"/>
            <a:ext cx="723105" cy="920203"/>
          </a:xfrm>
          <a:custGeom>
            <a:avLst/>
            <a:gdLst>
              <a:gd name="csX0" fmla="*/ 0 w 723105"/>
              <a:gd name="csY0" fmla="*/ 0 h 920203"/>
              <a:gd name="csX1" fmla="*/ 723106 w 723105"/>
              <a:gd name="csY1" fmla="*/ 0 h 920203"/>
              <a:gd name="csX2" fmla="*/ 723106 w 723105"/>
              <a:gd name="csY2" fmla="*/ 920203 h 920203"/>
              <a:gd name="csX3" fmla="*/ 124974 w 723105"/>
              <a:gd name="csY3" fmla="*/ 920203 h 920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3105" h="920203">
                <a:moveTo>
                  <a:pt x="0" y="0"/>
                </a:moveTo>
                <a:lnTo>
                  <a:pt x="723106" y="0"/>
                </a:lnTo>
                <a:lnTo>
                  <a:pt x="723106" y="920203"/>
                </a:lnTo>
                <a:lnTo>
                  <a:pt x="124974" y="920203"/>
                </a:lnTo>
                <a:close/>
              </a:path>
            </a:pathLst>
          </a:custGeom>
          <a:solidFill>
            <a:srgbClr val="EFECF8">
              <a:alpha val="80000"/>
            </a:srgbClr>
          </a:solidFill>
          <a:ln w="6215" cap="flat">
            <a:noFill/>
            <a:prstDash val="solid"/>
            <a:miter/>
          </a:ln>
        </p:spPr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DBE55FB-7B34-0750-7B0A-B45DC27D035C}"/>
              </a:ext>
            </a:extLst>
          </p:cNvPr>
          <p:cNvSpPr txBox="1"/>
          <p:nvPr/>
        </p:nvSpPr>
        <p:spPr>
          <a:xfrm>
            <a:off x="1325246" y="4432902"/>
            <a:ext cx="1548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zh-CN" altLang="en-US" sz="1275" b="1" spc="0" baseline="0" dirty="0">
                <a:ln/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/>
                <a:rtl val="0"/>
              </a:rPr>
              <a:t>词位置 t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2BCA9527-4AAF-F855-BF03-19736C67FFF4}"/>
              </a:ext>
            </a:extLst>
          </p:cNvPr>
          <p:cNvSpPr/>
          <p:nvPr/>
        </p:nvSpPr>
        <p:spPr>
          <a:xfrm>
            <a:off x="2853527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AED38FDE-97EB-E445-6D3E-5B2EFC8B1474}"/>
              </a:ext>
            </a:extLst>
          </p:cNvPr>
          <p:cNvSpPr txBox="1"/>
          <p:nvPr/>
        </p:nvSpPr>
        <p:spPr>
          <a:xfrm rot="16200000">
            <a:off x="2740738" y="4477065"/>
            <a:ext cx="379071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[CLS]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CE14C2A-D140-77D5-0E64-4C454E49FD72}"/>
              </a:ext>
            </a:extLst>
          </p:cNvPr>
          <p:cNvSpPr/>
          <p:nvPr/>
        </p:nvSpPr>
        <p:spPr>
          <a:xfrm>
            <a:off x="3021691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7F8F2FEA-C54C-8A8A-349B-509C463597D8}"/>
              </a:ext>
            </a:extLst>
          </p:cNvPr>
          <p:cNvSpPr txBox="1"/>
          <p:nvPr/>
        </p:nvSpPr>
        <p:spPr>
          <a:xfrm rot="16200000">
            <a:off x="2933926" y="4477086"/>
            <a:ext cx="329066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and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C435D66-BB33-3320-517E-411B3EDB83DC}"/>
              </a:ext>
            </a:extLst>
          </p:cNvPr>
          <p:cNvSpPr/>
          <p:nvPr/>
        </p:nvSpPr>
        <p:spPr>
          <a:xfrm>
            <a:off x="3189855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F0ACDE5-B97B-BD45-6854-DBD91138A061}"/>
              </a:ext>
            </a:extLst>
          </p:cNvPr>
          <p:cNvSpPr txBox="1"/>
          <p:nvPr/>
        </p:nvSpPr>
        <p:spPr>
          <a:xfrm rot="16200000">
            <a:off x="3135501" y="4477108"/>
            <a:ext cx="262287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of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3E79376-1D1B-05FF-13C0-5439CEBE2AA0}"/>
              </a:ext>
            </a:extLst>
          </p:cNvPr>
          <p:cNvSpPr/>
          <p:nvPr/>
        </p:nvSpPr>
        <p:spPr>
          <a:xfrm>
            <a:off x="3358019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4EAE36C-7480-8804-A0BB-E2B22AB8FEDC}"/>
              </a:ext>
            </a:extLst>
          </p:cNvPr>
          <p:cNvSpPr txBox="1"/>
          <p:nvPr/>
        </p:nvSpPr>
        <p:spPr>
          <a:xfrm rot="16200000">
            <a:off x="3215396" y="4477067"/>
            <a:ext cx="438745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course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EDF0DE5-C8C6-05EA-741A-FD9998D55F71}"/>
              </a:ext>
            </a:extLst>
          </p:cNvPr>
          <p:cNvSpPr/>
          <p:nvPr/>
        </p:nvSpPr>
        <p:spPr>
          <a:xfrm>
            <a:off x="3526183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D3C587FD-100C-509E-7612-4720F4620D22}"/>
              </a:ext>
            </a:extLst>
          </p:cNvPr>
          <p:cNvSpPr txBox="1"/>
          <p:nvPr/>
        </p:nvSpPr>
        <p:spPr>
          <a:xfrm rot="16200000">
            <a:off x="3501786" y="4477089"/>
            <a:ext cx="202337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,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533EC9C-6EB5-676C-DA09-7F22EF5C796B}"/>
              </a:ext>
            </a:extLst>
          </p:cNvPr>
          <p:cNvSpPr/>
          <p:nvPr/>
        </p:nvSpPr>
        <p:spPr>
          <a:xfrm>
            <a:off x="3694347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EF580B9-6AE2-D314-7874-F694B53612D3}"/>
              </a:ext>
            </a:extLst>
          </p:cNvPr>
          <p:cNvSpPr txBox="1"/>
          <p:nvPr/>
        </p:nvSpPr>
        <p:spPr>
          <a:xfrm rot="16200000">
            <a:off x="3595655" y="4477111"/>
            <a:ext cx="350970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click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877754A-4DB0-EFF1-8FD1-C4BB23E4E5C8}"/>
              </a:ext>
            </a:extLst>
          </p:cNvPr>
          <p:cNvSpPr/>
          <p:nvPr/>
        </p:nvSpPr>
        <p:spPr>
          <a:xfrm>
            <a:off x="3862512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CB710EF1-AFCA-3BBF-62B3-BBCF0073C14C}"/>
              </a:ext>
            </a:extLst>
          </p:cNvPr>
          <p:cNvSpPr txBox="1"/>
          <p:nvPr/>
        </p:nvSpPr>
        <p:spPr>
          <a:xfrm rot="16200000">
            <a:off x="3812166" y="4477070"/>
            <a:ext cx="254197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in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832B546-4203-8734-2BA0-801907DEDF2C}"/>
              </a:ext>
            </a:extLst>
          </p:cNvPr>
          <p:cNvSpPr/>
          <p:nvPr/>
        </p:nvSpPr>
        <p:spPr>
          <a:xfrm>
            <a:off x="4030676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81973121-89B1-2F73-1D52-28AD2AC09A40}"/>
              </a:ext>
            </a:extLst>
          </p:cNvPr>
          <p:cNvSpPr txBox="1"/>
          <p:nvPr/>
        </p:nvSpPr>
        <p:spPr>
          <a:xfrm rot="16200000">
            <a:off x="3953139" y="4477092"/>
            <a:ext cx="308622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the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96C698A5-DBEF-A2EC-7B9D-A8854A5EA961}"/>
              </a:ext>
            </a:extLst>
          </p:cNvPr>
          <p:cNvSpPr/>
          <p:nvPr/>
        </p:nvSpPr>
        <p:spPr>
          <a:xfrm>
            <a:off x="4198840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E1F1B5BA-CC60-9A7B-162E-93CF308AE763}"/>
              </a:ext>
            </a:extLst>
          </p:cNvPr>
          <p:cNvSpPr txBox="1"/>
          <p:nvPr/>
        </p:nvSpPr>
        <p:spPr>
          <a:xfrm rot="16200000">
            <a:off x="4115779" y="4477114"/>
            <a:ext cx="319712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link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258D4EB0-C992-3823-44B0-58BA312CF591}"/>
              </a:ext>
            </a:extLst>
          </p:cNvPr>
          <p:cNvSpPr/>
          <p:nvPr/>
        </p:nvSpPr>
        <p:spPr>
          <a:xfrm>
            <a:off x="4367004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372A2CB1-D3EA-23A6-5F65-CA0F08A82E42}"/>
              </a:ext>
            </a:extLst>
          </p:cNvPr>
          <p:cNvSpPr txBox="1"/>
          <p:nvPr/>
        </p:nvSpPr>
        <p:spPr>
          <a:xfrm rot="16200000">
            <a:off x="4312615" y="4477073"/>
            <a:ext cx="262287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of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E4E6F09A-1B65-ED69-0234-2BB66763C23A}"/>
              </a:ext>
            </a:extLst>
          </p:cNvPr>
          <p:cNvSpPr/>
          <p:nvPr/>
        </p:nvSpPr>
        <p:spPr>
          <a:xfrm>
            <a:off x="4535168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886791CD-B84A-02A2-3B36-B1FB40DD60A2}"/>
              </a:ext>
            </a:extLst>
          </p:cNvPr>
          <p:cNvSpPr txBox="1"/>
          <p:nvPr/>
        </p:nvSpPr>
        <p:spPr>
          <a:xfrm rot="16200000">
            <a:off x="4457634" y="4477095"/>
            <a:ext cx="308622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the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2D9A5BD3-B2CE-28D3-2617-82240341096A}"/>
              </a:ext>
            </a:extLst>
          </p:cNvPr>
          <p:cNvSpPr/>
          <p:nvPr/>
        </p:nvSpPr>
        <p:spPr>
          <a:xfrm>
            <a:off x="4703332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04CB97F2-CE4F-B995-8B38-F0CABE5BB1C7}"/>
              </a:ext>
            </a:extLst>
          </p:cNvPr>
          <p:cNvSpPr txBox="1"/>
          <p:nvPr/>
        </p:nvSpPr>
        <p:spPr>
          <a:xfrm rot="16200000">
            <a:off x="4472467" y="4477054"/>
            <a:ext cx="615202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description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47B8A1EF-3108-4FBC-270B-EC7529F85D8F}"/>
              </a:ext>
            </a:extLst>
          </p:cNvPr>
          <p:cNvSpPr/>
          <p:nvPr/>
        </p:nvSpPr>
        <p:spPr>
          <a:xfrm>
            <a:off x="4871496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290FE2DF-97BE-251C-1D75-83D0BE155115}"/>
              </a:ext>
            </a:extLst>
          </p:cNvPr>
          <p:cNvSpPr txBox="1"/>
          <p:nvPr/>
        </p:nvSpPr>
        <p:spPr>
          <a:xfrm rot="16200000">
            <a:off x="4817110" y="4477076"/>
            <a:ext cx="262287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of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F4A7EAB2-5EC7-205D-5E10-E98F2B04A5B7}"/>
              </a:ext>
            </a:extLst>
          </p:cNvPr>
          <p:cNvSpPr/>
          <p:nvPr/>
        </p:nvSpPr>
        <p:spPr>
          <a:xfrm>
            <a:off x="5039660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FEAD584B-F39B-014A-EB1D-9F267F54125E}"/>
              </a:ext>
            </a:extLst>
          </p:cNvPr>
          <p:cNvSpPr txBox="1"/>
          <p:nvPr/>
        </p:nvSpPr>
        <p:spPr>
          <a:xfrm rot="16200000">
            <a:off x="4955597" y="4477098"/>
            <a:ext cx="321685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this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2DC13593-213A-038B-F270-3F8FAB7209BC}"/>
              </a:ext>
            </a:extLst>
          </p:cNvPr>
          <p:cNvSpPr/>
          <p:nvPr/>
        </p:nvSpPr>
        <p:spPr>
          <a:xfrm>
            <a:off x="5207824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21CFEBD1-B68A-4053-E53D-A42EE3D0B379}"/>
              </a:ext>
            </a:extLst>
          </p:cNvPr>
          <p:cNvSpPr txBox="1"/>
          <p:nvPr/>
        </p:nvSpPr>
        <p:spPr>
          <a:xfrm rot="16200000">
            <a:off x="5086681" y="4477057"/>
            <a:ext cx="395765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video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E0D9733-E769-14B3-16DA-0AEBA3CE3FF3}"/>
              </a:ext>
            </a:extLst>
          </p:cNvPr>
          <p:cNvSpPr/>
          <p:nvPr/>
        </p:nvSpPr>
        <p:spPr>
          <a:xfrm>
            <a:off x="5375988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45B77113-CCC2-E3C0-9ACB-B9EF308615AA}"/>
              </a:ext>
            </a:extLst>
          </p:cNvPr>
          <p:cNvSpPr txBox="1"/>
          <p:nvPr/>
        </p:nvSpPr>
        <p:spPr>
          <a:xfrm rot="16200000">
            <a:off x="5306174" y="4477079"/>
            <a:ext cx="293151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for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56C408AE-5972-9012-8572-301C8AEDC5B1}"/>
              </a:ext>
            </a:extLst>
          </p:cNvPr>
          <p:cNvSpPr/>
          <p:nvPr/>
        </p:nvSpPr>
        <p:spPr>
          <a:xfrm>
            <a:off x="5544152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0F6AB203-8E93-FA9A-3C7C-0410C6D4CC71}"/>
              </a:ext>
            </a:extLst>
          </p:cNvPr>
          <p:cNvSpPr txBox="1"/>
          <p:nvPr/>
        </p:nvSpPr>
        <p:spPr>
          <a:xfrm rot="16200000">
            <a:off x="5427571" y="4477101"/>
            <a:ext cx="386727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more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94EFBAE-109B-A6C0-42FB-FB2A3292B294}"/>
              </a:ext>
            </a:extLst>
          </p:cNvPr>
          <p:cNvSpPr/>
          <p:nvPr/>
        </p:nvSpPr>
        <p:spPr>
          <a:xfrm>
            <a:off x="5712316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ED1AFB93-33F7-CB0A-65EC-1730BADC1399}"/>
              </a:ext>
            </a:extLst>
          </p:cNvPr>
          <p:cNvSpPr txBox="1"/>
          <p:nvPr/>
        </p:nvSpPr>
        <p:spPr>
          <a:xfrm rot="16200000">
            <a:off x="5687890" y="4477060"/>
            <a:ext cx="202337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,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F1D4AD4D-2051-F5A6-84B9-5F3A1376C270}"/>
              </a:ext>
            </a:extLst>
          </p:cNvPr>
          <p:cNvSpPr/>
          <p:nvPr/>
        </p:nvSpPr>
        <p:spPr>
          <a:xfrm>
            <a:off x="5880481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E7679BEE-7669-B5D0-4DBB-5CFC9DC1C113}"/>
              </a:ext>
            </a:extLst>
          </p:cNvPr>
          <p:cNvSpPr txBox="1"/>
          <p:nvPr/>
        </p:nvSpPr>
        <p:spPr>
          <a:xfrm rot="16200000">
            <a:off x="5792712" y="4477082"/>
            <a:ext cx="329066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and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AB6B9D9-71BB-729A-339C-D9871AE557AF}"/>
              </a:ext>
            </a:extLst>
          </p:cNvPr>
          <p:cNvSpPr/>
          <p:nvPr/>
        </p:nvSpPr>
        <p:spPr>
          <a:xfrm>
            <a:off x="6048645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9A07E643-E620-1031-FB64-C777BF37D6D3}"/>
              </a:ext>
            </a:extLst>
          </p:cNvPr>
          <p:cNvSpPr txBox="1"/>
          <p:nvPr/>
        </p:nvSpPr>
        <p:spPr>
          <a:xfrm rot="16200000">
            <a:off x="5947281" y="4477104"/>
            <a:ext cx="356298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we'll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AC0ECAE5-7792-D763-0D9D-43F2AF8896C1}"/>
              </a:ext>
            </a:extLst>
          </p:cNvPr>
          <p:cNvSpPr/>
          <p:nvPr/>
        </p:nvSpPr>
        <p:spPr>
          <a:xfrm>
            <a:off x="6216809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1D4C9F50-8E38-EB96-6664-D93D3281FEE3}"/>
              </a:ext>
            </a:extLst>
          </p:cNvPr>
          <p:cNvSpPr txBox="1"/>
          <p:nvPr/>
        </p:nvSpPr>
        <p:spPr>
          <a:xfrm rot="16200000">
            <a:off x="6110748" y="4477063"/>
            <a:ext cx="365612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have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13FB97DF-F829-CD61-7679-4E7A5B857AC0}"/>
              </a:ext>
            </a:extLst>
          </p:cNvPr>
          <p:cNvSpPr/>
          <p:nvPr/>
        </p:nvSpPr>
        <p:spPr>
          <a:xfrm>
            <a:off x="6384973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7912E84A-E2D7-F415-518E-5CE078A0D3CA}"/>
              </a:ext>
            </a:extLst>
          </p:cNvPr>
          <p:cNvSpPr txBox="1"/>
          <p:nvPr/>
        </p:nvSpPr>
        <p:spPr>
          <a:xfrm rot="16200000">
            <a:off x="6268376" y="4477085"/>
            <a:ext cx="386727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more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7879A753-F25F-00BB-F92D-55E9E53162C4}"/>
              </a:ext>
            </a:extLst>
          </p:cNvPr>
          <p:cNvSpPr/>
          <p:nvPr/>
        </p:nvSpPr>
        <p:spPr>
          <a:xfrm>
            <a:off x="6553137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975839E6-C72B-FDE3-566A-F9A5C3856D47}"/>
              </a:ext>
            </a:extLst>
          </p:cNvPr>
          <p:cNvSpPr txBox="1"/>
          <p:nvPr/>
        </p:nvSpPr>
        <p:spPr>
          <a:xfrm rot="16200000">
            <a:off x="6472832" y="4477106"/>
            <a:ext cx="314187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live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4AACF53A-FC67-2C99-9713-A81A06D911BA}"/>
              </a:ext>
            </a:extLst>
          </p:cNvPr>
          <p:cNvSpPr/>
          <p:nvPr/>
        </p:nvSpPr>
        <p:spPr>
          <a:xfrm>
            <a:off x="6721301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FB519FED-81EB-6BCD-069F-F02FA4B71CE7}"/>
              </a:ext>
            </a:extLst>
          </p:cNvPr>
          <p:cNvSpPr txBox="1"/>
          <p:nvPr/>
        </p:nvSpPr>
        <p:spPr>
          <a:xfrm rot="16200000">
            <a:off x="6551010" y="4477066"/>
            <a:ext cx="494078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updates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42540883-5830-BD98-EC8D-434084A96F71}"/>
              </a:ext>
            </a:extLst>
          </p:cNvPr>
          <p:cNvSpPr/>
          <p:nvPr/>
        </p:nvSpPr>
        <p:spPr>
          <a:xfrm>
            <a:off x="6889465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4AEEF779-5803-9AF3-FE35-2A7710AD3605}"/>
              </a:ext>
            </a:extLst>
          </p:cNvPr>
          <p:cNvSpPr txBox="1"/>
          <p:nvPr/>
        </p:nvSpPr>
        <p:spPr>
          <a:xfrm rot="16200000">
            <a:off x="6801702" y="4477088"/>
            <a:ext cx="329066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and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6A21CC7B-D4EA-89F0-8C11-5E73FE8DAF92}"/>
              </a:ext>
            </a:extLst>
          </p:cNvPr>
          <p:cNvSpPr/>
          <p:nvPr/>
        </p:nvSpPr>
        <p:spPr>
          <a:xfrm>
            <a:off x="7057629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2506FCF1-7410-1BEC-A0FA-0EAC64CEB76A}"/>
              </a:ext>
            </a:extLst>
          </p:cNvPr>
          <p:cNvSpPr txBox="1"/>
          <p:nvPr/>
        </p:nvSpPr>
        <p:spPr>
          <a:xfrm rot="16200000">
            <a:off x="7020642" y="4477109"/>
            <a:ext cx="227556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a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E7178EA2-380C-11E9-355F-61F9EECAE34D}"/>
              </a:ext>
            </a:extLst>
          </p:cNvPr>
          <p:cNvSpPr/>
          <p:nvPr/>
        </p:nvSpPr>
        <p:spPr>
          <a:xfrm>
            <a:off x="7225793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7D1861AE-245B-FDA2-5082-48136BBC21C3}"/>
              </a:ext>
            </a:extLst>
          </p:cNvPr>
          <p:cNvSpPr txBox="1"/>
          <p:nvPr/>
        </p:nvSpPr>
        <p:spPr>
          <a:xfrm rot="16200000">
            <a:off x="7109378" y="4477069"/>
            <a:ext cx="386332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stock</a:t>
            </a: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FCAEAAC9-1F64-2AE8-F67C-CE9BE2BD3F32}"/>
              </a:ext>
            </a:extLst>
          </p:cNvPr>
          <p:cNvSpPr/>
          <p:nvPr/>
        </p:nvSpPr>
        <p:spPr>
          <a:xfrm>
            <a:off x="7393957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9E1225C1-1B9D-4A73-BF32-C6B99789D323}"/>
              </a:ext>
            </a:extLst>
          </p:cNvPr>
          <p:cNvSpPr txBox="1"/>
          <p:nvPr/>
        </p:nvSpPr>
        <p:spPr>
          <a:xfrm rot="16200000">
            <a:off x="7243661" y="4477091"/>
            <a:ext cx="454137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market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153DC462-9EC1-AEEA-FE89-46833A46F5EC}"/>
              </a:ext>
            </a:extLst>
          </p:cNvPr>
          <p:cNvSpPr/>
          <p:nvPr/>
        </p:nvSpPr>
        <p:spPr>
          <a:xfrm>
            <a:off x="7562121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D1AE6E7E-E0C6-5103-BE62-F4C1F0875FD9}"/>
              </a:ext>
            </a:extLst>
          </p:cNvPr>
          <p:cNvSpPr txBox="1"/>
          <p:nvPr/>
        </p:nvSpPr>
        <p:spPr>
          <a:xfrm rot="16200000">
            <a:off x="7441033" y="4477112"/>
            <a:ext cx="395765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video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CA607E81-A8CD-8C86-F15E-7779B59BCA00}"/>
              </a:ext>
            </a:extLst>
          </p:cNvPr>
          <p:cNvSpPr/>
          <p:nvPr/>
        </p:nvSpPr>
        <p:spPr>
          <a:xfrm>
            <a:off x="7730285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1B77DC60-F361-A159-5259-164E02A43475}"/>
              </a:ext>
            </a:extLst>
          </p:cNvPr>
          <p:cNvSpPr txBox="1"/>
          <p:nvPr/>
        </p:nvSpPr>
        <p:spPr>
          <a:xfrm rot="16200000">
            <a:off x="7702102" y="4477072"/>
            <a:ext cx="209875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(</a:t>
            </a: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DB07C19D-4BC9-3B6A-98D8-5223CBC3B4FE}"/>
              </a:ext>
            </a:extLst>
          </p:cNvPr>
          <p:cNvSpPr/>
          <p:nvPr/>
        </p:nvSpPr>
        <p:spPr>
          <a:xfrm>
            <a:off x="7898450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E96AC5EC-0BF9-E10F-115D-FE736E7AA70F}"/>
              </a:ext>
            </a:extLst>
          </p:cNvPr>
          <p:cNvSpPr txBox="1"/>
          <p:nvPr/>
        </p:nvSpPr>
        <p:spPr>
          <a:xfrm rot="16200000">
            <a:off x="7788294" y="4477094"/>
            <a:ext cx="373861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wrap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C5C115EB-8B0B-63FC-E7C7-CFF672D4C32C}"/>
              </a:ext>
            </a:extLst>
          </p:cNvPr>
          <p:cNvSpPr/>
          <p:nvPr/>
        </p:nvSpPr>
        <p:spPr>
          <a:xfrm>
            <a:off x="8066614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13BDB363-3DA4-7CB2-CB57-DE36C8147BF5}"/>
              </a:ext>
            </a:extLst>
          </p:cNvPr>
          <p:cNvSpPr txBox="1"/>
          <p:nvPr/>
        </p:nvSpPr>
        <p:spPr>
          <a:xfrm rot="16200000">
            <a:off x="8034487" y="4477115"/>
            <a:ext cx="217847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-</a:t>
            </a: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5D9C3601-23D3-E328-E95E-D7649519B58A}"/>
              </a:ext>
            </a:extLst>
          </p:cNvPr>
          <p:cNvSpPr/>
          <p:nvPr/>
        </p:nvSpPr>
        <p:spPr>
          <a:xfrm>
            <a:off x="8234778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30BF6ABE-17E3-A8B0-F7DB-76BB0B16C298}"/>
              </a:ext>
            </a:extLst>
          </p:cNvPr>
          <p:cNvSpPr txBox="1"/>
          <p:nvPr/>
        </p:nvSpPr>
        <p:spPr>
          <a:xfrm rot="16200000">
            <a:off x="8169379" y="4477075"/>
            <a:ext cx="284310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up</a:t>
            </a: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02FF95F1-3919-7A3A-7FE9-2F0C038647A1}"/>
              </a:ext>
            </a:extLst>
          </p:cNvPr>
          <p:cNvSpPr/>
          <p:nvPr/>
        </p:nvSpPr>
        <p:spPr>
          <a:xfrm>
            <a:off x="8402942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1D74FB2A-5E93-FBAD-718F-13907F874DB7}"/>
              </a:ext>
            </a:extLst>
          </p:cNvPr>
          <p:cNvSpPr txBox="1"/>
          <p:nvPr/>
        </p:nvSpPr>
        <p:spPr>
          <a:xfrm rot="16200000">
            <a:off x="8374783" y="4477097"/>
            <a:ext cx="209875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)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5FFA509F-9C9D-569C-F089-5F2FA6470828}"/>
              </a:ext>
            </a:extLst>
          </p:cNvPr>
          <p:cNvSpPr/>
          <p:nvPr/>
        </p:nvSpPr>
        <p:spPr>
          <a:xfrm>
            <a:off x="8571106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E9B94F4C-1E25-3C0A-3DA5-AB9B83D6CBE8}"/>
              </a:ext>
            </a:extLst>
          </p:cNvPr>
          <p:cNvSpPr txBox="1"/>
          <p:nvPr/>
        </p:nvSpPr>
        <p:spPr>
          <a:xfrm rot="16200000">
            <a:off x="8519009" y="4477056"/>
            <a:ext cx="257670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at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EC2DACBC-57FB-866E-2124-48155E0351DF}"/>
              </a:ext>
            </a:extLst>
          </p:cNvPr>
          <p:cNvSpPr/>
          <p:nvPr/>
        </p:nvSpPr>
        <p:spPr>
          <a:xfrm>
            <a:off x="8739270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80A7CA87-D7E3-ABF7-19AC-C62BFF7A1B61}"/>
              </a:ext>
            </a:extLst>
          </p:cNvPr>
          <p:cNvSpPr txBox="1"/>
          <p:nvPr/>
        </p:nvSpPr>
        <p:spPr>
          <a:xfrm rot="16200000">
            <a:off x="8661719" y="4477078"/>
            <a:ext cx="308622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the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BA1C9069-8937-8358-E6BD-2EF5B5CC910E}"/>
              </a:ext>
            </a:extLst>
          </p:cNvPr>
          <p:cNvSpPr/>
          <p:nvPr/>
        </p:nvSpPr>
        <p:spPr>
          <a:xfrm>
            <a:off x="8907434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2633A62F-0803-68E6-28C6-D858322B8BEF}"/>
              </a:ext>
            </a:extLst>
          </p:cNvPr>
          <p:cNvSpPr txBox="1"/>
          <p:nvPr/>
        </p:nvSpPr>
        <p:spPr>
          <a:xfrm rot="16200000">
            <a:off x="8819090" y="4477099"/>
            <a:ext cx="330250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end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4852C596-0C25-82F2-5337-9092B1F60E19}"/>
              </a:ext>
            </a:extLst>
          </p:cNvPr>
          <p:cNvSpPr/>
          <p:nvPr/>
        </p:nvSpPr>
        <p:spPr>
          <a:xfrm>
            <a:off x="9075598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AFBFB9EC-8EF1-E72D-977D-B76A247DD35B}"/>
              </a:ext>
            </a:extLst>
          </p:cNvPr>
          <p:cNvSpPr txBox="1"/>
          <p:nvPr/>
        </p:nvSpPr>
        <p:spPr>
          <a:xfrm rot="16200000">
            <a:off x="9021195" y="4477059"/>
            <a:ext cx="262287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of</a:t>
            </a: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3C6AE5A6-81BF-3922-6F28-82FDE90935A5}"/>
              </a:ext>
            </a:extLst>
          </p:cNvPr>
          <p:cNvSpPr/>
          <p:nvPr/>
        </p:nvSpPr>
        <p:spPr>
          <a:xfrm>
            <a:off x="9243762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A4F7BD29-0DB1-695C-11B0-C8FBCAB79D2C}"/>
              </a:ext>
            </a:extLst>
          </p:cNvPr>
          <p:cNvSpPr txBox="1"/>
          <p:nvPr/>
        </p:nvSpPr>
        <p:spPr>
          <a:xfrm rot="16200000">
            <a:off x="9166214" y="4477081"/>
            <a:ext cx="308622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the</a:t>
            </a: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5EBABCC4-7295-F1AC-F8E0-14331DD55F2D}"/>
              </a:ext>
            </a:extLst>
          </p:cNvPr>
          <p:cNvSpPr/>
          <p:nvPr/>
        </p:nvSpPr>
        <p:spPr>
          <a:xfrm>
            <a:off x="9411926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0ACD8A71-21C6-5932-24DF-395BF2A35FC4}"/>
              </a:ext>
            </a:extLst>
          </p:cNvPr>
          <p:cNvSpPr txBox="1"/>
          <p:nvPr/>
        </p:nvSpPr>
        <p:spPr>
          <a:xfrm rot="16200000">
            <a:off x="9327690" y="4477102"/>
            <a:ext cx="322041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day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51156AC7-4009-F013-436E-4F854EC92057}"/>
              </a:ext>
            </a:extLst>
          </p:cNvPr>
          <p:cNvSpPr/>
          <p:nvPr/>
        </p:nvSpPr>
        <p:spPr>
          <a:xfrm>
            <a:off x="9580090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9AA482AF-1A46-722D-0152-4221D1540587}"/>
              </a:ext>
            </a:extLst>
          </p:cNvPr>
          <p:cNvSpPr txBox="1"/>
          <p:nvPr/>
        </p:nvSpPr>
        <p:spPr>
          <a:xfrm rot="16200000">
            <a:off x="9455064" y="4477062"/>
            <a:ext cx="403540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today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CE1B5E21-46CA-8B80-47DE-6A85A06DE4EF}"/>
              </a:ext>
            </a:extLst>
          </p:cNvPr>
          <p:cNvSpPr/>
          <p:nvPr/>
        </p:nvSpPr>
        <p:spPr>
          <a:xfrm>
            <a:off x="9748254" y="4227960"/>
            <a:ext cx="168164" cy="696369"/>
          </a:xfrm>
          <a:prstGeom prst="rect">
            <a:avLst/>
          </a:prstGeom>
          <a:solidFill>
            <a:srgbClr val="E5F3F8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4DB1A103-6BF6-5AFA-3141-EBD91CCBD1FC}"/>
              </a:ext>
            </a:extLst>
          </p:cNvPr>
          <p:cNvSpPr txBox="1"/>
          <p:nvPr/>
        </p:nvSpPr>
        <p:spPr>
          <a:xfrm rot="16200000">
            <a:off x="9723851" y="4477084"/>
            <a:ext cx="202337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.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42370BD9-515E-DCF4-3F99-B40639D0BE2C}"/>
              </a:ext>
            </a:extLst>
          </p:cNvPr>
          <p:cNvSpPr/>
          <p:nvPr/>
        </p:nvSpPr>
        <p:spPr>
          <a:xfrm>
            <a:off x="9916419" y="4227960"/>
            <a:ext cx="168164" cy="696369"/>
          </a:xfrm>
          <a:prstGeom prst="rect">
            <a:avLst/>
          </a:prstGeom>
          <a:solidFill>
            <a:srgbClr val="EAE8F6"/>
          </a:solidFill>
          <a:ln w="4972" cap="flat">
            <a:solidFill>
              <a:srgbClr val="D9DCE4"/>
            </a:solidFill>
            <a:prstDash val="solid"/>
            <a:miter/>
          </a:ln>
        </p:spPr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761505A8-D7C6-E266-2C2B-1593854DE35B}"/>
              </a:ext>
            </a:extLst>
          </p:cNvPr>
          <p:cNvSpPr txBox="1"/>
          <p:nvPr/>
        </p:nvSpPr>
        <p:spPr>
          <a:xfrm rot="16200000">
            <a:off x="9804499" y="4477105"/>
            <a:ext cx="377413" cy="19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45485B"/>
                </a:solidFill>
                <a:latin typeface="微软雅黑"/>
                <a:ea typeface="微软雅黑"/>
                <a:sym typeface="微软雅黑"/>
                <a:rtl val="0"/>
              </a:rPr>
              <a:t>[SEP]</a:t>
            </a: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14E68100-54D9-93D5-45C4-503796E1D173}"/>
              </a:ext>
            </a:extLst>
          </p:cNvPr>
          <p:cNvSpPr txBox="1"/>
          <p:nvPr/>
        </p:nvSpPr>
        <p:spPr>
          <a:xfrm>
            <a:off x="1978441" y="5273812"/>
            <a:ext cx="605676" cy="2309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b="1" spc="0" baseline="0" dirty="0">
                <a:ln/>
                <a:solidFill>
                  <a:srgbClr val="E99343"/>
                </a:solidFill>
                <a:latin typeface="微软雅黑"/>
                <a:ea typeface="微软雅黑"/>
                <a:sym typeface="微软雅黑"/>
                <a:rtl val="0"/>
              </a:rPr>
              <a:t>对齐语音</a:t>
            </a:r>
          </a:p>
        </p:txBody>
      </p:sp>
      <p:pic>
        <p:nvPicPr>
          <p:cNvPr id="169" name="图片 168">
            <a:extLst>
              <a:ext uri="{FF2B5EF4-FFF2-40B4-BE49-F238E27FC236}">
                <a16:creationId xmlns:a16="http://schemas.microsoft.com/office/drawing/2014/main" id="{E3AE98CB-BBE2-744B-7BF4-2BCC004198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3527" y="4986505"/>
            <a:ext cx="7231055" cy="1100513"/>
          </a:xfrm>
          <a:custGeom>
            <a:avLst/>
            <a:gdLst>
              <a:gd name="csX0" fmla="*/ 0 w 7231055"/>
              <a:gd name="csY0" fmla="*/ 0 h 1100513"/>
              <a:gd name="csX1" fmla="*/ 7231056 w 7231055"/>
              <a:gd name="csY1" fmla="*/ 0 h 1100513"/>
              <a:gd name="csX2" fmla="*/ 7231056 w 7231055"/>
              <a:gd name="csY2" fmla="*/ 1100513 h 1100513"/>
              <a:gd name="csX3" fmla="*/ 0 w 7231055"/>
              <a:gd name="csY3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31055" h="1100513">
                <a:moveTo>
                  <a:pt x="0" y="0"/>
                </a:moveTo>
                <a:lnTo>
                  <a:pt x="7231056" y="0"/>
                </a:lnTo>
                <a:lnTo>
                  <a:pt x="7231056" y="1100513"/>
                </a:lnTo>
                <a:lnTo>
                  <a:pt x="0" y="1100513"/>
                </a:lnTo>
                <a:close/>
              </a:path>
            </a:pathLst>
          </a:custGeom>
        </p:spPr>
      </p:pic>
      <p:sp>
        <p:nvSpPr>
          <p:cNvPr id="170" name="矩形 169">
            <a:extLst>
              <a:ext uri="{FF2B5EF4-FFF2-40B4-BE49-F238E27FC236}">
                <a16:creationId xmlns:a16="http://schemas.microsoft.com/office/drawing/2014/main" id="{2DACCEC1-1A93-2E82-ADF7-AE9F872B527F}"/>
              </a:ext>
            </a:extLst>
          </p:cNvPr>
          <p:cNvSpPr/>
          <p:nvPr/>
        </p:nvSpPr>
        <p:spPr>
          <a:xfrm>
            <a:off x="2853527" y="4986505"/>
            <a:ext cx="7231055" cy="1100513"/>
          </a:xfrm>
          <a:prstGeom prst="rect">
            <a:avLst/>
          </a:prstGeom>
          <a:noFill/>
          <a:ln w="4351" cap="flat">
            <a:solidFill>
              <a:srgbClr val="D5DADE"/>
            </a:solidFill>
            <a:prstDash val="solid"/>
            <a:miter/>
          </a:ln>
        </p:spPr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687F7F63-CF38-DCB2-012B-1CE1D680B14A}"/>
              </a:ext>
            </a:extLst>
          </p:cNvPr>
          <p:cNvSpPr txBox="1"/>
          <p:nvPr/>
        </p:nvSpPr>
        <p:spPr>
          <a:xfrm>
            <a:off x="1940276" y="6115079"/>
            <a:ext cx="838691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b="1" spc="0" baseline="0" dirty="0">
                <a:ln/>
                <a:solidFill>
                  <a:schemeClr val="accent5">
                    <a:lumMod val="75000"/>
                  </a:schemeClr>
                </a:solidFill>
                <a:latin typeface="微软雅黑"/>
                <a:ea typeface="微软雅黑"/>
                <a:sym typeface="微软雅黑"/>
                <a:rtl val="0"/>
              </a:rPr>
              <a:t>对齐视觉</a:t>
            </a:r>
          </a:p>
        </p:txBody>
      </p:sp>
      <p:pic>
        <p:nvPicPr>
          <p:cNvPr id="173" name="图片 172">
            <a:extLst>
              <a:ext uri="{FF2B5EF4-FFF2-40B4-BE49-F238E27FC236}">
                <a16:creationId xmlns:a16="http://schemas.microsoft.com/office/drawing/2014/main" id="{82EC8DD4-97B7-7781-93C6-42B942BC9E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3527" y="6149194"/>
            <a:ext cx="7231055" cy="621758"/>
          </a:xfrm>
          <a:custGeom>
            <a:avLst/>
            <a:gdLst>
              <a:gd name="csX0" fmla="*/ 0 w 7231055"/>
              <a:gd name="csY0" fmla="*/ 0 h 621758"/>
              <a:gd name="csX1" fmla="*/ 7231056 w 7231055"/>
              <a:gd name="csY1" fmla="*/ 0 h 621758"/>
              <a:gd name="csX2" fmla="*/ 7231056 w 7231055"/>
              <a:gd name="csY2" fmla="*/ 621759 h 621758"/>
              <a:gd name="csX3" fmla="*/ 0 w 7231055"/>
              <a:gd name="csY3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31055" h="621758">
                <a:moveTo>
                  <a:pt x="0" y="0"/>
                </a:moveTo>
                <a:lnTo>
                  <a:pt x="7231056" y="0"/>
                </a:lnTo>
                <a:lnTo>
                  <a:pt x="7231056" y="621759"/>
                </a:lnTo>
                <a:lnTo>
                  <a:pt x="0" y="621759"/>
                </a:lnTo>
                <a:close/>
              </a:path>
            </a:pathLst>
          </a:custGeom>
        </p:spPr>
      </p:pic>
      <p:sp>
        <p:nvSpPr>
          <p:cNvPr id="174" name="矩形 173">
            <a:extLst>
              <a:ext uri="{FF2B5EF4-FFF2-40B4-BE49-F238E27FC236}">
                <a16:creationId xmlns:a16="http://schemas.microsoft.com/office/drawing/2014/main" id="{AAF0282E-0595-E37B-2EA0-B607B4A6DCA5}"/>
              </a:ext>
            </a:extLst>
          </p:cNvPr>
          <p:cNvSpPr/>
          <p:nvPr/>
        </p:nvSpPr>
        <p:spPr>
          <a:xfrm>
            <a:off x="2853527" y="6149194"/>
            <a:ext cx="7231055" cy="621758"/>
          </a:xfrm>
          <a:prstGeom prst="rect">
            <a:avLst/>
          </a:prstGeom>
          <a:noFill/>
          <a:ln w="4351" cap="flat">
            <a:solidFill>
              <a:srgbClr val="D5DADE"/>
            </a:solidFill>
            <a:prstDash val="solid"/>
            <a:miter/>
          </a:ln>
        </p:spPr>
      </p:sp>
      <p:sp>
        <p:nvSpPr>
          <p:cNvPr id="175" name="任意多边形: 形状 174">
            <a:extLst>
              <a:ext uri="{FF2B5EF4-FFF2-40B4-BE49-F238E27FC236}">
                <a16:creationId xmlns:a16="http://schemas.microsoft.com/office/drawing/2014/main" id="{F97E3F73-C193-3933-8A6D-88A574760586}"/>
              </a:ext>
            </a:extLst>
          </p:cNvPr>
          <p:cNvSpPr/>
          <p:nvPr/>
        </p:nvSpPr>
        <p:spPr>
          <a:xfrm>
            <a:off x="2998397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5D7F39AD-003B-2D32-F647-FF1DF316C628}"/>
              </a:ext>
            </a:extLst>
          </p:cNvPr>
          <p:cNvSpPr/>
          <p:nvPr/>
        </p:nvSpPr>
        <p:spPr>
          <a:xfrm>
            <a:off x="3142645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77" name="任意多边形: 形状 176">
            <a:extLst>
              <a:ext uri="{FF2B5EF4-FFF2-40B4-BE49-F238E27FC236}">
                <a16:creationId xmlns:a16="http://schemas.microsoft.com/office/drawing/2014/main" id="{6000FDC4-2C73-49AE-BB76-329DE10A9C03}"/>
              </a:ext>
            </a:extLst>
          </p:cNvPr>
          <p:cNvSpPr/>
          <p:nvPr/>
        </p:nvSpPr>
        <p:spPr>
          <a:xfrm>
            <a:off x="3287515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78" name="任意多边形: 形状 177">
            <a:extLst>
              <a:ext uri="{FF2B5EF4-FFF2-40B4-BE49-F238E27FC236}">
                <a16:creationId xmlns:a16="http://schemas.microsoft.com/office/drawing/2014/main" id="{75C39927-EFC4-52EF-3625-F5EAEF54CC29}"/>
              </a:ext>
            </a:extLst>
          </p:cNvPr>
          <p:cNvSpPr/>
          <p:nvPr/>
        </p:nvSpPr>
        <p:spPr>
          <a:xfrm>
            <a:off x="3431763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79" name="任意多边形: 形状 178">
            <a:extLst>
              <a:ext uri="{FF2B5EF4-FFF2-40B4-BE49-F238E27FC236}">
                <a16:creationId xmlns:a16="http://schemas.microsoft.com/office/drawing/2014/main" id="{7EA17212-72B3-7422-7F41-870CE08DBE10}"/>
              </a:ext>
            </a:extLst>
          </p:cNvPr>
          <p:cNvSpPr/>
          <p:nvPr/>
        </p:nvSpPr>
        <p:spPr>
          <a:xfrm>
            <a:off x="3576633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80" name="任意多边形: 形状 179">
            <a:extLst>
              <a:ext uri="{FF2B5EF4-FFF2-40B4-BE49-F238E27FC236}">
                <a16:creationId xmlns:a16="http://schemas.microsoft.com/office/drawing/2014/main" id="{21B2CC77-A51C-5589-0E9C-DC355F9B901A}"/>
              </a:ext>
            </a:extLst>
          </p:cNvPr>
          <p:cNvSpPr/>
          <p:nvPr/>
        </p:nvSpPr>
        <p:spPr>
          <a:xfrm>
            <a:off x="3721502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81" name="任意多边形: 形状 180">
            <a:extLst>
              <a:ext uri="{FF2B5EF4-FFF2-40B4-BE49-F238E27FC236}">
                <a16:creationId xmlns:a16="http://schemas.microsoft.com/office/drawing/2014/main" id="{FFCB3247-2E41-06DB-43D6-C735BCF8834A}"/>
              </a:ext>
            </a:extLst>
          </p:cNvPr>
          <p:cNvSpPr/>
          <p:nvPr/>
        </p:nvSpPr>
        <p:spPr>
          <a:xfrm>
            <a:off x="3865750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82" name="任意多边形: 形状 181">
            <a:extLst>
              <a:ext uri="{FF2B5EF4-FFF2-40B4-BE49-F238E27FC236}">
                <a16:creationId xmlns:a16="http://schemas.microsoft.com/office/drawing/2014/main" id="{1CBE079B-D385-CD04-F36D-B10ECC69D307}"/>
              </a:ext>
            </a:extLst>
          </p:cNvPr>
          <p:cNvSpPr/>
          <p:nvPr/>
        </p:nvSpPr>
        <p:spPr>
          <a:xfrm>
            <a:off x="4010620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83" name="任意多边形: 形状 182">
            <a:extLst>
              <a:ext uri="{FF2B5EF4-FFF2-40B4-BE49-F238E27FC236}">
                <a16:creationId xmlns:a16="http://schemas.microsoft.com/office/drawing/2014/main" id="{014B17F4-F8DD-E056-7418-E18A960A2E22}"/>
              </a:ext>
            </a:extLst>
          </p:cNvPr>
          <p:cNvSpPr/>
          <p:nvPr/>
        </p:nvSpPr>
        <p:spPr>
          <a:xfrm>
            <a:off x="4154868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18B23E7E-C704-DF0B-EB5A-8E4CCB96454B}"/>
              </a:ext>
            </a:extLst>
          </p:cNvPr>
          <p:cNvSpPr/>
          <p:nvPr/>
        </p:nvSpPr>
        <p:spPr>
          <a:xfrm>
            <a:off x="4299738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85" name="任意多边形: 形状 184">
            <a:extLst>
              <a:ext uri="{FF2B5EF4-FFF2-40B4-BE49-F238E27FC236}">
                <a16:creationId xmlns:a16="http://schemas.microsoft.com/office/drawing/2014/main" id="{7327071B-FB69-C9AC-4539-B4AFD9022F31}"/>
              </a:ext>
            </a:extLst>
          </p:cNvPr>
          <p:cNvSpPr/>
          <p:nvPr/>
        </p:nvSpPr>
        <p:spPr>
          <a:xfrm>
            <a:off x="4444608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86" name="任意多边形: 形状 185">
            <a:extLst>
              <a:ext uri="{FF2B5EF4-FFF2-40B4-BE49-F238E27FC236}">
                <a16:creationId xmlns:a16="http://schemas.microsoft.com/office/drawing/2014/main" id="{40D37CE5-DEF9-851E-54BD-E0DAF1BCF729}"/>
              </a:ext>
            </a:extLst>
          </p:cNvPr>
          <p:cNvSpPr/>
          <p:nvPr/>
        </p:nvSpPr>
        <p:spPr>
          <a:xfrm>
            <a:off x="4588856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87" name="任意多边形: 形状 186">
            <a:extLst>
              <a:ext uri="{FF2B5EF4-FFF2-40B4-BE49-F238E27FC236}">
                <a16:creationId xmlns:a16="http://schemas.microsoft.com/office/drawing/2014/main" id="{6EC39598-D82F-5A59-1AA9-9AD60F021B39}"/>
              </a:ext>
            </a:extLst>
          </p:cNvPr>
          <p:cNvSpPr/>
          <p:nvPr/>
        </p:nvSpPr>
        <p:spPr>
          <a:xfrm>
            <a:off x="4733726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540C7891-66C0-F3BC-65BB-60A43D2AA8FD}"/>
              </a:ext>
            </a:extLst>
          </p:cNvPr>
          <p:cNvSpPr/>
          <p:nvPr/>
        </p:nvSpPr>
        <p:spPr>
          <a:xfrm>
            <a:off x="4877974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B9A1B1E6-4F28-ACFF-9CDE-78DD403869AB}"/>
              </a:ext>
            </a:extLst>
          </p:cNvPr>
          <p:cNvSpPr/>
          <p:nvPr/>
        </p:nvSpPr>
        <p:spPr>
          <a:xfrm>
            <a:off x="5022844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326A6275-0590-7672-5919-D80E37031755}"/>
              </a:ext>
            </a:extLst>
          </p:cNvPr>
          <p:cNvSpPr/>
          <p:nvPr/>
        </p:nvSpPr>
        <p:spPr>
          <a:xfrm>
            <a:off x="5167714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133553D1-53DF-6EB1-D0FD-9524B75C7791}"/>
              </a:ext>
            </a:extLst>
          </p:cNvPr>
          <p:cNvSpPr/>
          <p:nvPr/>
        </p:nvSpPr>
        <p:spPr>
          <a:xfrm>
            <a:off x="5311962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26764136-321C-97F8-F424-00FD82DDA6EF}"/>
              </a:ext>
            </a:extLst>
          </p:cNvPr>
          <p:cNvSpPr/>
          <p:nvPr/>
        </p:nvSpPr>
        <p:spPr>
          <a:xfrm>
            <a:off x="5456831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891DD93F-523B-D11A-F44F-A885CE9799C2}"/>
              </a:ext>
            </a:extLst>
          </p:cNvPr>
          <p:cNvSpPr/>
          <p:nvPr/>
        </p:nvSpPr>
        <p:spPr>
          <a:xfrm>
            <a:off x="5601079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A40A3950-F35E-C61D-F59C-BDBAC7785180}"/>
              </a:ext>
            </a:extLst>
          </p:cNvPr>
          <p:cNvSpPr/>
          <p:nvPr/>
        </p:nvSpPr>
        <p:spPr>
          <a:xfrm>
            <a:off x="5745949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95" name="任意多边形: 形状 194">
            <a:extLst>
              <a:ext uri="{FF2B5EF4-FFF2-40B4-BE49-F238E27FC236}">
                <a16:creationId xmlns:a16="http://schemas.microsoft.com/office/drawing/2014/main" id="{52A8AEE4-C580-3DF2-B320-81131D0AFE5A}"/>
              </a:ext>
            </a:extLst>
          </p:cNvPr>
          <p:cNvSpPr/>
          <p:nvPr/>
        </p:nvSpPr>
        <p:spPr>
          <a:xfrm>
            <a:off x="5890819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6891D2D0-111B-458C-5823-889CD2A1A139}"/>
              </a:ext>
            </a:extLst>
          </p:cNvPr>
          <p:cNvSpPr/>
          <p:nvPr/>
        </p:nvSpPr>
        <p:spPr>
          <a:xfrm>
            <a:off x="6035067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FE620FC7-703C-A48A-A908-AFB2D139DC36}"/>
              </a:ext>
            </a:extLst>
          </p:cNvPr>
          <p:cNvSpPr/>
          <p:nvPr/>
        </p:nvSpPr>
        <p:spPr>
          <a:xfrm>
            <a:off x="6179937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82A4250F-352D-5852-CE96-1D4DE5A30618}"/>
              </a:ext>
            </a:extLst>
          </p:cNvPr>
          <p:cNvSpPr/>
          <p:nvPr/>
        </p:nvSpPr>
        <p:spPr>
          <a:xfrm>
            <a:off x="6324185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199" name="任意多边形: 形状 198">
            <a:extLst>
              <a:ext uri="{FF2B5EF4-FFF2-40B4-BE49-F238E27FC236}">
                <a16:creationId xmlns:a16="http://schemas.microsoft.com/office/drawing/2014/main" id="{8582DE01-BC95-3785-DEDF-AB8A389385E9}"/>
              </a:ext>
            </a:extLst>
          </p:cNvPr>
          <p:cNvSpPr/>
          <p:nvPr/>
        </p:nvSpPr>
        <p:spPr>
          <a:xfrm>
            <a:off x="6469055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849894C4-0836-57A3-8475-AB503C80995D}"/>
              </a:ext>
            </a:extLst>
          </p:cNvPr>
          <p:cNvSpPr/>
          <p:nvPr/>
        </p:nvSpPr>
        <p:spPr>
          <a:xfrm>
            <a:off x="6613925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CAD2E32E-2D9B-315E-9E78-9D5F8C7F9647}"/>
              </a:ext>
            </a:extLst>
          </p:cNvPr>
          <p:cNvSpPr/>
          <p:nvPr/>
        </p:nvSpPr>
        <p:spPr>
          <a:xfrm>
            <a:off x="6758173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02" name="任意多边形: 形状 201">
            <a:extLst>
              <a:ext uri="{FF2B5EF4-FFF2-40B4-BE49-F238E27FC236}">
                <a16:creationId xmlns:a16="http://schemas.microsoft.com/office/drawing/2014/main" id="{DC6022D6-858D-695F-32A1-FAB276A0D758}"/>
              </a:ext>
            </a:extLst>
          </p:cNvPr>
          <p:cNvSpPr/>
          <p:nvPr/>
        </p:nvSpPr>
        <p:spPr>
          <a:xfrm>
            <a:off x="6903043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47F3FE79-5440-B73A-CE3B-4FD6145AA784}"/>
              </a:ext>
            </a:extLst>
          </p:cNvPr>
          <p:cNvSpPr/>
          <p:nvPr/>
        </p:nvSpPr>
        <p:spPr>
          <a:xfrm>
            <a:off x="7047291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4304D5C8-68B6-3F20-AA10-B65B98D48657}"/>
              </a:ext>
            </a:extLst>
          </p:cNvPr>
          <p:cNvSpPr/>
          <p:nvPr/>
        </p:nvSpPr>
        <p:spPr>
          <a:xfrm>
            <a:off x="7192160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DFF144EE-D263-EB7F-4ADD-16F2D8692F6A}"/>
              </a:ext>
            </a:extLst>
          </p:cNvPr>
          <p:cNvSpPr/>
          <p:nvPr/>
        </p:nvSpPr>
        <p:spPr>
          <a:xfrm>
            <a:off x="7337030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06" name="任意多边形: 形状 205">
            <a:extLst>
              <a:ext uri="{FF2B5EF4-FFF2-40B4-BE49-F238E27FC236}">
                <a16:creationId xmlns:a16="http://schemas.microsoft.com/office/drawing/2014/main" id="{81C6334E-8D27-01CD-9E4B-F9009908C6D2}"/>
              </a:ext>
            </a:extLst>
          </p:cNvPr>
          <p:cNvSpPr/>
          <p:nvPr/>
        </p:nvSpPr>
        <p:spPr>
          <a:xfrm>
            <a:off x="7481278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07" name="任意多边形: 形状 206">
            <a:extLst>
              <a:ext uri="{FF2B5EF4-FFF2-40B4-BE49-F238E27FC236}">
                <a16:creationId xmlns:a16="http://schemas.microsoft.com/office/drawing/2014/main" id="{C5FBA870-0532-067E-EF3D-D2CF882EF63D}"/>
              </a:ext>
            </a:extLst>
          </p:cNvPr>
          <p:cNvSpPr/>
          <p:nvPr/>
        </p:nvSpPr>
        <p:spPr>
          <a:xfrm>
            <a:off x="7626148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B72F6A82-5394-1301-20FC-4AA43685495C}"/>
              </a:ext>
            </a:extLst>
          </p:cNvPr>
          <p:cNvSpPr/>
          <p:nvPr/>
        </p:nvSpPr>
        <p:spPr>
          <a:xfrm>
            <a:off x="7770396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2BEABD3C-F282-E070-40C9-12D6EA0B3FF1}"/>
              </a:ext>
            </a:extLst>
          </p:cNvPr>
          <p:cNvSpPr/>
          <p:nvPr/>
        </p:nvSpPr>
        <p:spPr>
          <a:xfrm>
            <a:off x="7915266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10" name="任意多边形: 形状 209">
            <a:extLst>
              <a:ext uri="{FF2B5EF4-FFF2-40B4-BE49-F238E27FC236}">
                <a16:creationId xmlns:a16="http://schemas.microsoft.com/office/drawing/2014/main" id="{234F921A-4E63-CF59-6577-0BBC402CE8D8}"/>
              </a:ext>
            </a:extLst>
          </p:cNvPr>
          <p:cNvSpPr/>
          <p:nvPr/>
        </p:nvSpPr>
        <p:spPr>
          <a:xfrm>
            <a:off x="8060136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11" name="任意多边形: 形状 210">
            <a:extLst>
              <a:ext uri="{FF2B5EF4-FFF2-40B4-BE49-F238E27FC236}">
                <a16:creationId xmlns:a16="http://schemas.microsoft.com/office/drawing/2014/main" id="{DF5EB9CC-549B-3A50-1C22-B38F112C6408}"/>
              </a:ext>
            </a:extLst>
          </p:cNvPr>
          <p:cNvSpPr/>
          <p:nvPr/>
        </p:nvSpPr>
        <p:spPr>
          <a:xfrm>
            <a:off x="8204384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B66F5F8A-5F40-F8B7-E5B3-BAB4B8CE3A97}"/>
              </a:ext>
            </a:extLst>
          </p:cNvPr>
          <p:cNvSpPr/>
          <p:nvPr/>
        </p:nvSpPr>
        <p:spPr>
          <a:xfrm>
            <a:off x="8349254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541E957D-092B-6257-8D5D-A3F89D0C0B43}"/>
              </a:ext>
            </a:extLst>
          </p:cNvPr>
          <p:cNvSpPr/>
          <p:nvPr/>
        </p:nvSpPr>
        <p:spPr>
          <a:xfrm>
            <a:off x="8493502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14" name="任意多边形: 形状 213">
            <a:extLst>
              <a:ext uri="{FF2B5EF4-FFF2-40B4-BE49-F238E27FC236}">
                <a16:creationId xmlns:a16="http://schemas.microsoft.com/office/drawing/2014/main" id="{ABE70464-253B-7AED-93DF-20118AD962E3}"/>
              </a:ext>
            </a:extLst>
          </p:cNvPr>
          <p:cNvSpPr/>
          <p:nvPr/>
        </p:nvSpPr>
        <p:spPr>
          <a:xfrm>
            <a:off x="8638371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3E5B939B-4235-C7D7-0C78-75F5E92B135D}"/>
              </a:ext>
            </a:extLst>
          </p:cNvPr>
          <p:cNvSpPr/>
          <p:nvPr/>
        </p:nvSpPr>
        <p:spPr>
          <a:xfrm>
            <a:off x="8783241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16" name="任意多边形: 形状 215">
            <a:extLst>
              <a:ext uri="{FF2B5EF4-FFF2-40B4-BE49-F238E27FC236}">
                <a16:creationId xmlns:a16="http://schemas.microsoft.com/office/drawing/2014/main" id="{9B4296FC-2C30-5334-A619-187C8A896FD8}"/>
              </a:ext>
            </a:extLst>
          </p:cNvPr>
          <p:cNvSpPr/>
          <p:nvPr/>
        </p:nvSpPr>
        <p:spPr>
          <a:xfrm>
            <a:off x="8927489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17" name="任意多边形: 形状 216">
            <a:extLst>
              <a:ext uri="{FF2B5EF4-FFF2-40B4-BE49-F238E27FC236}">
                <a16:creationId xmlns:a16="http://schemas.microsoft.com/office/drawing/2014/main" id="{1430EACB-310D-4817-5562-B2A36BB821FF}"/>
              </a:ext>
            </a:extLst>
          </p:cNvPr>
          <p:cNvSpPr/>
          <p:nvPr/>
        </p:nvSpPr>
        <p:spPr>
          <a:xfrm>
            <a:off x="9072359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C47C6484-ED7B-5A71-00D8-D1837C01C9F8}"/>
              </a:ext>
            </a:extLst>
          </p:cNvPr>
          <p:cNvSpPr/>
          <p:nvPr/>
        </p:nvSpPr>
        <p:spPr>
          <a:xfrm>
            <a:off x="9216607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19" name="任意多边形: 形状 218">
            <a:extLst>
              <a:ext uri="{FF2B5EF4-FFF2-40B4-BE49-F238E27FC236}">
                <a16:creationId xmlns:a16="http://schemas.microsoft.com/office/drawing/2014/main" id="{32CAA6A8-8A83-B5B7-A4B0-5F7E05111945}"/>
              </a:ext>
            </a:extLst>
          </p:cNvPr>
          <p:cNvSpPr/>
          <p:nvPr/>
        </p:nvSpPr>
        <p:spPr>
          <a:xfrm>
            <a:off x="9361477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20" name="任意多边形: 形状 219">
            <a:extLst>
              <a:ext uri="{FF2B5EF4-FFF2-40B4-BE49-F238E27FC236}">
                <a16:creationId xmlns:a16="http://schemas.microsoft.com/office/drawing/2014/main" id="{1FCE5D3E-23EE-889B-146C-0F8F81303DE6}"/>
              </a:ext>
            </a:extLst>
          </p:cNvPr>
          <p:cNvSpPr/>
          <p:nvPr/>
        </p:nvSpPr>
        <p:spPr>
          <a:xfrm>
            <a:off x="9506347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21" name="任意多边形: 形状 220">
            <a:extLst>
              <a:ext uri="{FF2B5EF4-FFF2-40B4-BE49-F238E27FC236}">
                <a16:creationId xmlns:a16="http://schemas.microsoft.com/office/drawing/2014/main" id="{D08F39CE-CED8-5EC3-2008-AE4073EAAE32}"/>
              </a:ext>
            </a:extLst>
          </p:cNvPr>
          <p:cNvSpPr/>
          <p:nvPr/>
        </p:nvSpPr>
        <p:spPr>
          <a:xfrm>
            <a:off x="9650595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22" name="任意多边形: 形状 221">
            <a:extLst>
              <a:ext uri="{FF2B5EF4-FFF2-40B4-BE49-F238E27FC236}">
                <a16:creationId xmlns:a16="http://schemas.microsoft.com/office/drawing/2014/main" id="{08ECC422-4856-8F8F-0DDD-0AF77B761BED}"/>
              </a:ext>
            </a:extLst>
          </p:cNvPr>
          <p:cNvSpPr/>
          <p:nvPr/>
        </p:nvSpPr>
        <p:spPr>
          <a:xfrm>
            <a:off x="9795465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23" name="任意多边形: 形状 222">
            <a:extLst>
              <a:ext uri="{FF2B5EF4-FFF2-40B4-BE49-F238E27FC236}">
                <a16:creationId xmlns:a16="http://schemas.microsoft.com/office/drawing/2014/main" id="{462F43EC-6520-5D03-FF85-79E1B286B098}"/>
              </a:ext>
            </a:extLst>
          </p:cNvPr>
          <p:cNvSpPr/>
          <p:nvPr/>
        </p:nvSpPr>
        <p:spPr>
          <a:xfrm>
            <a:off x="9939713" y="4986505"/>
            <a:ext cx="6217" cy="1100513"/>
          </a:xfrm>
          <a:custGeom>
            <a:avLst/>
            <a:gdLst>
              <a:gd name="csX0" fmla="*/ 0 w 6217"/>
              <a:gd name="csY0" fmla="*/ 0 h 1100513"/>
              <a:gd name="csX1" fmla="*/ 0 w 6217"/>
              <a:gd name="csY1" fmla="*/ 1100513 h 11005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1100513">
                <a:moveTo>
                  <a:pt x="0" y="0"/>
                </a:moveTo>
                <a:lnTo>
                  <a:pt x="0" y="1100513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24" name="任意多边形: 形状 223">
            <a:extLst>
              <a:ext uri="{FF2B5EF4-FFF2-40B4-BE49-F238E27FC236}">
                <a16:creationId xmlns:a16="http://schemas.microsoft.com/office/drawing/2014/main" id="{2E6742C5-830D-8214-489B-073553966867}"/>
              </a:ext>
            </a:extLst>
          </p:cNvPr>
          <p:cNvSpPr/>
          <p:nvPr/>
        </p:nvSpPr>
        <p:spPr>
          <a:xfrm>
            <a:off x="2998397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25" name="任意多边形: 形状 224">
            <a:extLst>
              <a:ext uri="{FF2B5EF4-FFF2-40B4-BE49-F238E27FC236}">
                <a16:creationId xmlns:a16="http://schemas.microsoft.com/office/drawing/2014/main" id="{C1D133DB-5554-92D2-42FE-CC3665D227DD}"/>
              </a:ext>
            </a:extLst>
          </p:cNvPr>
          <p:cNvSpPr/>
          <p:nvPr/>
        </p:nvSpPr>
        <p:spPr>
          <a:xfrm>
            <a:off x="3142645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26" name="任意多边形: 形状 225">
            <a:extLst>
              <a:ext uri="{FF2B5EF4-FFF2-40B4-BE49-F238E27FC236}">
                <a16:creationId xmlns:a16="http://schemas.microsoft.com/office/drawing/2014/main" id="{237DC23B-F699-F1CD-6DD7-7F01792E9670}"/>
              </a:ext>
            </a:extLst>
          </p:cNvPr>
          <p:cNvSpPr/>
          <p:nvPr/>
        </p:nvSpPr>
        <p:spPr>
          <a:xfrm>
            <a:off x="3287515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27" name="任意多边形: 形状 226">
            <a:extLst>
              <a:ext uri="{FF2B5EF4-FFF2-40B4-BE49-F238E27FC236}">
                <a16:creationId xmlns:a16="http://schemas.microsoft.com/office/drawing/2014/main" id="{D5304A65-0CB8-71B3-AC7F-C6AA9CC11134}"/>
              </a:ext>
            </a:extLst>
          </p:cNvPr>
          <p:cNvSpPr/>
          <p:nvPr/>
        </p:nvSpPr>
        <p:spPr>
          <a:xfrm>
            <a:off x="3431763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28" name="任意多边形: 形状 227">
            <a:extLst>
              <a:ext uri="{FF2B5EF4-FFF2-40B4-BE49-F238E27FC236}">
                <a16:creationId xmlns:a16="http://schemas.microsoft.com/office/drawing/2014/main" id="{91C9384E-0352-4D81-A6FF-9A53D50146ED}"/>
              </a:ext>
            </a:extLst>
          </p:cNvPr>
          <p:cNvSpPr/>
          <p:nvPr/>
        </p:nvSpPr>
        <p:spPr>
          <a:xfrm>
            <a:off x="3576633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29" name="任意多边形: 形状 228">
            <a:extLst>
              <a:ext uri="{FF2B5EF4-FFF2-40B4-BE49-F238E27FC236}">
                <a16:creationId xmlns:a16="http://schemas.microsoft.com/office/drawing/2014/main" id="{ADA69C03-EC31-CC7B-FDE4-88CD5087F168}"/>
              </a:ext>
            </a:extLst>
          </p:cNvPr>
          <p:cNvSpPr/>
          <p:nvPr/>
        </p:nvSpPr>
        <p:spPr>
          <a:xfrm>
            <a:off x="3721502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30" name="任意多边形: 形状 229">
            <a:extLst>
              <a:ext uri="{FF2B5EF4-FFF2-40B4-BE49-F238E27FC236}">
                <a16:creationId xmlns:a16="http://schemas.microsoft.com/office/drawing/2014/main" id="{1EF318F2-FB06-DC7B-C7FE-5810F58F857F}"/>
              </a:ext>
            </a:extLst>
          </p:cNvPr>
          <p:cNvSpPr/>
          <p:nvPr/>
        </p:nvSpPr>
        <p:spPr>
          <a:xfrm>
            <a:off x="3865750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31" name="任意多边形: 形状 230">
            <a:extLst>
              <a:ext uri="{FF2B5EF4-FFF2-40B4-BE49-F238E27FC236}">
                <a16:creationId xmlns:a16="http://schemas.microsoft.com/office/drawing/2014/main" id="{690E79F6-3B36-055C-38E1-6C5E669AA6B0}"/>
              </a:ext>
            </a:extLst>
          </p:cNvPr>
          <p:cNvSpPr/>
          <p:nvPr/>
        </p:nvSpPr>
        <p:spPr>
          <a:xfrm>
            <a:off x="4010620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32" name="任意多边形: 形状 231">
            <a:extLst>
              <a:ext uri="{FF2B5EF4-FFF2-40B4-BE49-F238E27FC236}">
                <a16:creationId xmlns:a16="http://schemas.microsoft.com/office/drawing/2014/main" id="{26AA540A-13D6-950E-8EDF-66F283B130A7}"/>
              </a:ext>
            </a:extLst>
          </p:cNvPr>
          <p:cNvSpPr/>
          <p:nvPr/>
        </p:nvSpPr>
        <p:spPr>
          <a:xfrm>
            <a:off x="4154868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33" name="任意多边形: 形状 232">
            <a:extLst>
              <a:ext uri="{FF2B5EF4-FFF2-40B4-BE49-F238E27FC236}">
                <a16:creationId xmlns:a16="http://schemas.microsoft.com/office/drawing/2014/main" id="{F863C9BA-EEBA-42F5-7B56-896EFD24DF4B}"/>
              </a:ext>
            </a:extLst>
          </p:cNvPr>
          <p:cNvSpPr/>
          <p:nvPr/>
        </p:nvSpPr>
        <p:spPr>
          <a:xfrm>
            <a:off x="4299738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34" name="任意多边形: 形状 233">
            <a:extLst>
              <a:ext uri="{FF2B5EF4-FFF2-40B4-BE49-F238E27FC236}">
                <a16:creationId xmlns:a16="http://schemas.microsoft.com/office/drawing/2014/main" id="{0D9285D1-18C4-5438-A54E-E35002D5B35B}"/>
              </a:ext>
            </a:extLst>
          </p:cNvPr>
          <p:cNvSpPr/>
          <p:nvPr/>
        </p:nvSpPr>
        <p:spPr>
          <a:xfrm>
            <a:off x="4444608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35" name="任意多边形: 形状 234">
            <a:extLst>
              <a:ext uri="{FF2B5EF4-FFF2-40B4-BE49-F238E27FC236}">
                <a16:creationId xmlns:a16="http://schemas.microsoft.com/office/drawing/2014/main" id="{2C0533B0-34E1-9964-3FBD-4993DCCAA26A}"/>
              </a:ext>
            </a:extLst>
          </p:cNvPr>
          <p:cNvSpPr/>
          <p:nvPr/>
        </p:nvSpPr>
        <p:spPr>
          <a:xfrm>
            <a:off x="4588856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36" name="任意多边形: 形状 235">
            <a:extLst>
              <a:ext uri="{FF2B5EF4-FFF2-40B4-BE49-F238E27FC236}">
                <a16:creationId xmlns:a16="http://schemas.microsoft.com/office/drawing/2014/main" id="{0EF0BD0A-2534-9616-39B1-0C889191AFB2}"/>
              </a:ext>
            </a:extLst>
          </p:cNvPr>
          <p:cNvSpPr/>
          <p:nvPr/>
        </p:nvSpPr>
        <p:spPr>
          <a:xfrm>
            <a:off x="4733726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37" name="任意多边形: 形状 236">
            <a:extLst>
              <a:ext uri="{FF2B5EF4-FFF2-40B4-BE49-F238E27FC236}">
                <a16:creationId xmlns:a16="http://schemas.microsoft.com/office/drawing/2014/main" id="{331804CE-7F94-CB08-3D79-E5AE148E35EE}"/>
              </a:ext>
            </a:extLst>
          </p:cNvPr>
          <p:cNvSpPr/>
          <p:nvPr/>
        </p:nvSpPr>
        <p:spPr>
          <a:xfrm>
            <a:off x="4877974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38" name="任意多边形: 形状 237">
            <a:extLst>
              <a:ext uri="{FF2B5EF4-FFF2-40B4-BE49-F238E27FC236}">
                <a16:creationId xmlns:a16="http://schemas.microsoft.com/office/drawing/2014/main" id="{FAB099C7-06FA-C495-45F1-5F76131B97D4}"/>
              </a:ext>
            </a:extLst>
          </p:cNvPr>
          <p:cNvSpPr/>
          <p:nvPr/>
        </p:nvSpPr>
        <p:spPr>
          <a:xfrm>
            <a:off x="5022844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39" name="任意多边形: 形状 238">
            <a:extLst>
              <a:ext uri="{FF2B5EF4-FFF2-40B4-BE49-F238E27FC236}">
                <a16:creationId xmlns:a16="http://schemas.microsoft.com/office/drawing/2014/main" id="{B495C2CB-12F0-E991-D532-57B35E136062}"/>
              </a:ext>
            </a:extLst>
          </p:cNvPr>
          <p:cNvSpPr/>
          <p:nvPr/>
        </p:nvSpPr>
        <p:spPr>
          <a:xfrm>
            <a:off x="5167714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40" name="任意多边形: 形状 239">
            <a:extLst>
              <a:ext uri="{FF2B5EF4-FFF2-40B4-BE49-F238E27FC236}">
                <a16:creationId xmlns:a16="http://schemas.microsoft.com/office/drawing/2014/main" id="{7B516931-B8C9-DAAB-8D5B-38600628A27C}"/>
              </a:ext>
            </a:extLst>
          </p:cNvPr>
          <p:cNvSpPr/>
          <p:nvPr/>
        </p:nvSpPr>
        <p:spPr>
          <a:xfrm>
            <a:off x="5311962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41" name="任意多边形: 形状 240">
            <a:extLst>
              <a:ext uri="{FF2B5EF4-FFF2-40B4-BE49-F238E27FC236}">
                <a16:creationId xmlns:a16="http://schemas.microsoft.com/office/drawing/2014/main" id="{1954020D-D9DC-676D-102F-54D4ABCFFCDF}"/>
              </a:ext>
            </a:extLst>
          </p:cNvPr>
          <p:cNvSpPr/>
          <p:nvPr/>
        </p:nvSpPr>
        <p:spPr>
          <a:xfrm>
            <a:off x="5456831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42" name="任意多边形: 形状 241">
            <a:extLst>
              <a:ext uri="{FF2B5EF4-FFF2-40B4-BE49-F238E27FC236}">
                <a16:creationId xmlns:a16="http://schemas.microsoft.com/office/drawing/2014/main" id="{F1E01479-05DC-FA46-FC30-7EC7C9E0E465}"/>
              </a:ext>
            </a:extLst>
          </p:cNvPr>
          <p:cNvSpPr/>
          <p:nvPr/>
        </p:nvSpPr>
        <p:spPr>
          <a:xfrm>
            <a:off x="5601079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43" name="任意多边形: 形状 242">
            <a:extLst>
              <a:ext uri="{FF2B5EF4-FFF2-40B4-BE49-F238E27FC236}">
                <a16:creationId xmlns:a16="http://schemas.microsoft.com/office/drawing/2014/main" id="{BAD181C8-FC12-4AC2-CB7B-B56341364ADB}"/>
              </a:ext>
            </a:extLst>
          </p:cNvPr>
          <p:cNvSpPr/>
          <p:nvPr/>
        </p:nvSpPr>
        <p:spPr>
          <a:xfrm>
            <a:off x="5745949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44" name="任意多边形: 形状 243">
            <a:extLst>
              <a:ext uri="{FF2B5EF4-FFF2-40B4-BE49-F238E27FC236}">
                <a16:creationId xmlns:a16="http://schemas.microsoft.com/office/drawing/2014/main" id="{6EDC3B19-7013-0306-578B-8F45CA1D0631}"/>
              </a:ext>
            </a:extLst>
          </p:cNvPr>
          <p:cNvSpPr/>
          <p:nvPr/>
        </p:nvSpPr>
        <p:spPr>
          <a:xfrm>
            <a:off x="5890819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45" name="任意多边形: 形状 244">
            <a:extLst>
              <a:ext uri="{FF2B5EF4-FFF2-40B4-BE49-F238E27FC236}">
                <a16:creationId xmlns:a16="http://schemas.microsoft.com/office/drawing/2014/main" id="{6905D581-1EF0-958C-1B07-F12C94650B07}"/>
              </a:ext>
            </a:extLst>
          </p:cNvPr>
          <p:cNvSpPr/>
          <p:nvPr/>
        </p:nvSpPr>
        <p:spPr>
          <a:xfrm>
            <a:off x="6035067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46" name="任意多边形: 形状 245">
            <a:extLst>
              <a:ext uri="{FF2B5EF4-FFF2-40B4-BE49-F238E27FC236}">
                <a16:creationId xmlns:a16="http://schemas.microsoft.com/office/drawing/2014/main" id="{46050044-FE78-CC8A-53E3-5B08A40B1554}"/>
              </a:ext>
            </a:extLst>
          </p:cNvPr>
          <p:cNvSpPr/>
          <p:nvPr/>
        </p:nvSpPr>
        <p:spPr>
          <a:xfrm>
            <a:off x="6179937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47" name="任意多边形: 形状 246">
            <a:extLst>
              <a:ext uri="{FF2B5EF4-FFF2-40B4-BE49-F238E27FC236}">
                <a16:creationId xmlns:a16="http://schemas.microsoft.com/office/drawing/2014/main" id="{C46ECC27-B7C3-AAA6-41CC-D0F2594663BD}"/>
              </a:ext>
            </a:extLst>
          </p:cNvPr>
          <p:cNvSpPr/>
          <p:nvPr/>
        </p:nvSpPr>
        <p:spPr>
          <a:xfrm>
            <a:off x="6324185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48" name="任意多边形: 形状 247">
            <a:extLst>
              <a:ext uri="{FF2B5EF4-FFF2-40B4-BE49-F238E27FC236}">
                <a16:creationId xmlns:a16="http://schemas.microsoft.com/office/drawing/2014/main" id="{743D16B8-7667-14D6-7ADE-8235AEB3C54F}"/>
              </a:ext>
            </a:extLst>
          </p:cNvPr>
          <p:cNvSpPr/>
          <p:nvPr/>
        </p:nvSpPr>
        <p:spPr>
          <a:xfrm>
            <a:off x="6469055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49" name="任意多边形: 形状 248">
            <a:extLst>
              <a:ext uri="{FF2B5EF4-FFF2-40B4-BE49-F238E27FC236}">
                <a16:creationId xmlns:a16="http://schemas.microsoft.com/office/drawing/2014/main" id="{53768E4A-E97A-33E9-E8E6-928A62B63406}"/>
              </a:ext>
            </a:extLst>
          </p:cNvPr>
          <p:cNvSpPr/>
          <p:nvPr/>
        </p:nvSpPr>
        <p:spPr>
          <a:xfrm>
            <a:off x="6613925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50" name="任意多边形: 形状 249">
            <a:extLst>
              <a:ext uri="{FF2B5EF4-FFF2-40B4-BE49-F238E27FC236}">
                <a16:creationId xmlns:a16="http://schemas.microsoft.com/office/drawing/2014/main" id="{8D987E99-C3B3-116D-029B-80C83AC88D76}"/>
              </a:ext>
            </a:extLst>
          </p:cNvPr>
          <p:cNvSpPr/>
          <p:nvPr/>
        </p:nvSpPr>
        <p:spPr>
          <a:xfrm>
            <a:off x="6758173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51" name="任意多边形: 形状 250">
            <a:extLst>
              <a:ext uri="{FF2B5EF4-FFF2-40B4-BE49-F238E27FC236}">
                <a16:creationId xmlns:a16="http://schemas.microsoft.com/office/drawing/2014/main" id="{931EC9CB-FF4E-90E8-E10B-C1EB74C04472}"/>
              </a:ext>
            </a:extLst>
          </p:cNvPr>
          <p:cNvSpPr/>
          <p:nvPr/>
        </p:nvSpPr>
        <p:spPr>
          <a:xfrm>
            <a:off x="6903043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52" name="任意多边形: 形状 251">
            <a:extLst>
              <a:ext uri="{FF2B5EF4-FFF2-40B4-BE49-F238E27FC236}">
                <a16:creationId xmlns:a16="http://schemas.microsoft.com/office/drawing/2014/main" id="{94458F8E-25E5-8FD6-83B7-C858F16FC241}"/>
              </a:ext>
            </a:extLst>
          </p:cNvPr>
          <p:cNvSpPr/>
          <p:nvPr/>
        </p:nvSpPr>
        <p:spPr>
          <a:xfrm>
            <a:off x="7047291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53" name="任意多边形: 形状 252">
            <a:extLst>
              <a:ext uri="{FF2B5EF4-FFF2-40B4-BE49-F238E27FC236}">
                <a16:creationId xmlns:a16="http://schemas.microsoft.com/office/drawing/2014/main" id="{2F8EADAE-B274-B703-CEAE-B577DC4193FA}"/>
              </a:ext>
            </a:extLst>
          </p:cNvPr>
          <p:cNvSpPr/>
          <p:nvPr/>
        </p:nvSpPr>
        <p:spPr>
          <a:xfrm>
            <a:off x="7192160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54" name="任意多边形: 形状 253">
            <a:extLst>
              <a:ext uri="{FF2B5EF4-FFF2-40B4-BE49-F238E27FC236}">
                <a16:creationId xmlns:a16="http://schemas.microsoft.com/office/drawing/2014/main" id="{B20A1382-272B-72A6-E2C8-855BE155A78D}"/>
              </a:ext>
            </a:extLst>
          </p:cNvPr>
          <p:cNvSpPr/>
          <p:nvPr/>
        </p:nvSpPr>
        <p:spPr>
          <a:xfrm>
            <a:off x="7337030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55" name="任意多边形: 形状 254">
            <a:extLst>
              <a:ext uri="{FF2B5EF4-FFF2-40B4-BE49-F238E27FC236}">
                <a16:creationId xmlns:a16="http://schemas.microsoft.com/office/drawing/2014/main" id="{558EB4C1-9220-A402-86BD-03E38992828C}"/>
              </a:ext>
            </a:extLst>
          </p:cNvPr>
          <p:cNvSpPr/>
          <p:nvPr/>
        </p:nvSpPr>
        <p:spPr>
          <a:xfrm>
            <a:off x="7481278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56" name="任意多边形: 形状 255">
            <a:extLst>
              <a:ext uri="{FF2B5EF4-FFF2-40B4-BE49-F238E27FC236}">
                <a16:creationId xmlns:a16="http://schemas.microsoft.com/office/drawing/2014/main" id="{085BE018-F610-9BB8-F3DB-A2BC127DC9CC}"/>
              </a:ext>
            </a:extLst>
          </p:cNvPr>
          <p:cNvSpPr/>
          <p:nvPr/>
        </p:nvSpPr>
        <p:spPr>
          <a:xfrm>
            <a:off x="7626148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57" name="任意多边形: 形状 256">
            <a:extLst>
              <a:ext uri="{FF2B5EF4-FFF2-40B4-BE49-F238E27FC236}">
                <a16:creationId xmlns:a16="http://schemas.microsoft.com/office/drawing/2014/main" id="{56F96469-65CA-BAC5-54D8-CFFC8BE23AC7}"/>
              </a:ext>
            </a:extLst>
          </p:cNvPr>
          <p:cNvSpPr/>
          <p:nvPr/>
        </p:nvSpPr>
        <p:spPr>
          <a:xfrm>
            <a:off x="7770396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58" name="任意多边形: 形状 257">
            <a:extLst>
              <a:ext uri="{FF2B5EF4-FFF2-40B4-BE49-F238E27FC236}">
                <a16:creationId xmlns:a16="http://schemas.microsoft.com/office/drawing/2014/main" id="{720378F4-D4AD-AC6A-895E-A62E44FD6810}"/>
              </a:ext>
            </a:extLst>
          </p:cNvPr>
          <p:cNvSpPr/>
          <p:nvPr/>
        </p:nvSpPr>
        <p:spPr>
          <a:xfrm>
            <a:off x="7915266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59" name="任意多边形: 形状 258">
            <a:extLst>
              <a:ext uri="{FF2B5EF4-FFF2-40B4-BE49-F238E27FC236}">
                <a16:creationId xmlns:a16="http://schemas.microsoft.com/office/drawing/2014/main" id="{4B529C9D-BB20-1E3C-1F70-EDC36D55A7CB}"/>
              </a:ext>
            </a:extLst>
          </p:cNvPr>
          <p:cNvSpPr/>
          <p:nvPr/>
        </p:nvSpPr>
        <p:spPr>
          <a:xfrm>
            <a:off x="8060136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60" name="任意多边形: 形状 259">
            <a:extLst>
              <a:ext uri="{FF2B5EF4-FFF2-40B4-BE49-F238E27FC236}">
                <a16:creationId xmlns:a16="http://schemas.microsoft.com/office/drawing/2014/main" id="{7F13AC94-F331-F2A5-3D15-4319C665C670}"/>
              </a:ext>
            </a:extLst>
          </p:cNvPr>
          <p:cNvSpPr/>
          <p:nvPr/>
        </p:nvSpPr>
        <p:spPr>
          <a:xfrm>
            <a:off x="8204384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61" name="任意多边形: 形状 260">
            <a:extLst>
              <a:ext uri="{FF2B5EF4-FFF2-40B4-BE49-F238E27FC236}">
                <a16:creationId xmlns:a16="http://schemas.microsoft.com/office/drawing/2014/main" id="{D04B28A5-B84E-EF21-D4D5-F2D47E6F2E4F}"/>
              </a:ext>
            </a:extLst>
          </p:cNvPr>
          <p:cNvSpPr/>
          <p:nvPr/>
        </p:nvSpPr>
        <p:spPr>
          <a:xfrm>
            <a:off x="8349254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62" name="任意多边形: 形状 261">
            <a:extLst>
              <a:ext uri="{FF2B5EF4-FFF2-40B4-BE49-F238E27FC236}">
                <a16:creationId xmlns:a16="http://schemas.microsoft.com/office/drawing/2014/main" id="{97F717A7-6FF7-7F43-CF15-62E200DBB983}"/>
              </a:ext>
            </a:extLst>
          </p:cNvPr>
          <p:cNvSpPr/>
          <p:nvPr/>
        </p:nvSpPr>
        <p:spPr>
          <a:xfrm>
            <a:off x="8493502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63" name="任意多边形: 形状 262">
            <a:extLst>
              <a:ext uri="{FF2B5EF4-FFF2-40B4-BE49-F238E27FC236}">
                <a16:creationId xmlns:a16="http://schemas.microsoft.com/office/drawing/2014/main" id="{AAE5ABB9-D726-17A3-E56F-4B7502633B10}"/>
              </a:ext>
            </a:extLst>
          </p:cNvPr>
          <p:cNvSpPr/>
          <p:nvPr/>
        </p:nvSpPr>
        <p:spPr>
          <a:xfrm>
            <a:off x="8638371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64" name="任意多边形: 形状 263">
            <a:extLst>
              <a:ext uri="{FF2B5EF4-FFF2-40B4-BE49-F238E27FC236}">
                <a16:creationId xmlns:a16="http://schemas.microsoft.com/office/drawing/2014/main" id="{A4D5B065-D3B8-6DEB-C537-1F8057270369}"/>
              </a:ext>
            </a:extLst>
          </p:cNvPr>
          <p:cNvSpPr/>
          <p:nvPr/>
        </p:nvSpPr>
        <p:spPr>
          <a:xfrm>
            <a:off x="8783241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65" name="任意多边形: 形状 264">
            <a:extLst>
              <a:ext uri="{FF2B5EF4-FFF2-40B4-BE49-F238E27FC236}">
                <a16:creationId xmlns:a16="http://schemas.microsoft.com/office/drawing/2014/main" id="{76C39565-8A77-CD18-07B7-148BA3D1152D}"/>
              </a:ext>
            </a:extLst>
          </p:cNvPr>
          <p:cNvSpPr/>
          <p:nvPr/>
        </p:nvSpPr>
        <p:spPr>
          <a:xfrm>
            <a:off x="8927489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66" name="任意多边形: 形状 265">
            <a:extLst>
              <a:ext uri="{FF2B5EF4-FFF2-40B4-BE49-F238E27FC236}">
                <a16:creationId xmlns:a16="http://schemas.microsoft.com/office/drawing/2014/main" id="{F53B71D7-9189-831D-15E6-423CDF7CF89D}"/>
              </a:ext>
            </a:extLst>
          </p:cNvPr>
          <p:cNvSpPr/>
          <p:nvPr/>
        </p:nvSpPr>
        <p:spPr>
          <a:xfrm>
            <a:off x="9072359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67" name="任意多边形: 形状 266">
            <a:extLst>
              <a:ext uri="{FF2B5EF4-FFF2-40B4-BE49-F238E27FC236}">
                <a16:creationId xmlns:a16="http://schemas.microsoft.com/office/drawing/2014/main" id="{B70667C5-600A-F272-2BE9-FED39362CE9A}"/>
              </a:ext>
            </a:extLst>
          </p:cNvPr>
          <p:cNvSpPr/>
          <p:nvPr/>
        </p:nvSpPr>
        <p:spPr>
          <a:xfrm>
            <a:off x="9216607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68" name="任意多边形: 形状 267">
            <a:extLst>
              <a:ext uri="{FF2B5EF4-FFF2-40B4-BE49-F238E27FC236}">
                <a16:creationId xmlns:a16="http://schemas.microsoft.com/office/drawing/2014/main" id="{009853B5-8EB5-007B-32D3-E00ECDBB33A0}"/>
              </a:ext>
            </a:extLst>
          </p:cNvPr>
          <p:cNvSpPr/>
          <p:nvPr/>
        </p:nvSpPr>
        <p:spPr>
          <a:xfrm>
            <a:off x="9361477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69" name="任意多边形: 形状 268">
            <a:extLst>
              <a:ext uri="{FF2B5EF4-FFF2-40B4-BE49-F238E27FC236}">
                <a16:creationId xmlns:a16="http://schemas.microsoft.com/office/drawing/2014/main" id="{7C2670FD-3278-1A74-4F32-CB877F09EC7D}"/>
              </a:ext>
            </a:extLst>
          </p:cNvPr>
          <p:cNvSpPr/>
          <p:nvPr/>
        </p:nvSpPr>
        <p:spPr>
          <a:xfrm>
            <a:off x="9506347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70" name="任意多边形: 形状 269">
            <a:extLst>
              <a:ext uri="{FF2B5EF4-FFF2-40B4-BE49-F238E27FC236}">
                <a16:creationId xmlns:a16="http://schemas.microsoft.com/office/drawing/2014/main" id="{04748064-E315-8F8E-C71A-D6A9A9255824}"/>
              </a:ext>
            </a:extLst>
          </p:cNvPr>
          <p:cNvSpPr/>
          <p:nvPr/>
        </p:nvSpPr>
        <p:spPr>
          <a:xfrm>
            <a:off x="9650595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71" name="任意多边形: 形状 270">
            <a:extLst>
              <a:ext uri="{FF2B5EF4-FFF2-40B4-BE49-F238E27FC236}">
                <a16:creationId xmlns:a16="http://schemas.microsoft.com/office/drawing/2014/main" id="{F0311AB8-F8A9-908A-E85C-8BF71AC44143}"/>
              </a:ext>
            </a:extLst>
          </p:cNvPr>
          <p:cNvSpPr/>
          <p:nvPr/>
        </p:nvSpPr>
        <p:spPr>
          <a:xfrm>
            <a:off x="9795465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72" name="任意多边形: 形状 271">
            <a:extLst>
              <a:ext uri="{FF2B5EF4-FFF2-40B4-BE49-F238E27FC236}">
                <a16:creationId xmlns:a16="http://schemas.microsoft.com/office/drawing/2014/main" id="{CC807E57-FE5B-2888-D690-3976B079C93F}"/>
              </a:ext>
            </a:extLst>
          </p:cNvPr>
          <p:cNvSpPr/>
          <p:nvPr/>
        </p:nvSpPr>
        <p:spPr>
          <a:xfrm>
            <a:off x="9939713" y="6149194"/>
            <a:ext cx="6217" cy="621758"/>
          </a:xfrm>
          <a:custGeom>
            <a:avLst/>
            <a:gdLst>
              <a:gd name="csX0" fmla="*/ 0 w 6217"/>
              <a:gd name="csY0" fmla="*/ 0 h 621758"/>
              <a:gd name="csX1" fmla="*/ 0 w 6217"/>
              <a:gd name="csY1" fmla="*/ 621759 h 62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17" h="621758">
                <a:moveTo>
                  <a:pt x="0" y="0"/>
                </a:moveTo>
                <a:lnTo>
                  <a:pt x="0" y="621759"/>
                </a:lnTo>
              </a:path>
            </a:pathLst>
          </a:custGeom>
          <a:ln w="3418" cap="flat">
            <a:solidFill>
              <a:srgbClr val="FFFFFF">
                <a:alpha val="45000"/>
              </a:srgbClr>
            </a:solidFill>
            <a:prstDash val="solid"/>
            <a:miter/>
          </a:ln>
        </p:spPr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4646A4E4-4C1C-16B0-8525-0176B5CF427F}"/>
              </a:ext>
            </a:extLst>
          </p:cNvPr>
          <p:cNvSpPr txBox="1"/>
          <p:nvPr/>
        </p:nvSpPr>
        <p:spPr>
          <a:xfrm>
            <a:off x="9236503" y="5760488"/>
            <a:ext cx="848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无效补齐区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9D3A6B-3B95-4D35-E5D1-41C53356BE08}"/>
              </a:ext>
            </a:extLst>
          </p:cNvPr>
          <p:cNvSpPr txBox="1"/>
          <p:nvPr/>
        </p:nvSpPr>
        <p:spPr>
          <a:xfrm>
            <a:off x="1598404" y="3840868"/>
            <a:ext cx="1540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公共时间窗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28B2307-DB06-B31B-2A14-87869DCD9C3A}"/>
              </a:ext>
            </a:extLst>
          </p:cNvPr>
          <p:cNvCxnSpPr>
            <a:stCxn id="68" idx="2"/>
          </p:cNvCxnSpPr>
          <p:nvPr/>
        </p:nvCxnSpPr>
        <p:spPr>
          <a:xfrm>
            <a:off x="2193153" y="3720359"/>
            <a:ext cx="0" cy="194818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990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391</Words>
  <Application>Microsoft Office PowerPoint</Application>
  <PresentationFormat>宽屏</PresentationFormat>
  <Paragraphs>69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晨 路</dc:creator>
  <cp:lastModifiedBy>晨 路</cp:lastModifiedBy>
  <cp:revision>2</cp:revision>
  <dcterms:created xsi:type="dcterms:W3CDTF">2026-09-25T06:17:56Z</dcterms:created>
  <dcterms:modified xsi:type="dcterms:W3CDTF">2026-09-25T06:31:34Z</dcterms:modified>
</cp:coreProperties>
</file>